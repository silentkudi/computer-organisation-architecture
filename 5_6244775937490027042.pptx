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BD8BB-A614-47E3-97FE-59571E624673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736D75-26C8-4F0B-982F-424173F0D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471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36D75-26C8-4F0B-982F-424173F0D9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84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9606DAA-5E80-4253-BBF5-86CB6A88E589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76A09CA-426D-424C-B018-2C09050B0C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606DAA-5E80-4253-BBF5-86CB6A88E589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6A09CA-426D-424C-B018-2C09050B0C4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606DAA-5E80-4253-BBF5-86CB6A88E589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6A09CA-426D-424C-B018-2C09050B0C4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606DAA-5E80-4253-BBF5-86CB6A88E589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6A09CA-426D-424C-B018-2C09050B0C4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606DAA-5E80-4253-BBF5-86CB6A88E589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6A09CA-426D-424C-B018-2C09050B0C4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606DAA-5E80-4253-BBF5-86CB6A88E589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6A09CA-426D-424C-B018-2C09050B0C4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606DAA-5E80-4253-BBF5-86CB6A88E589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6A09CA-426D-424C-B018-2C09050B0C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9606DAA-5E80-4253-BBF5-86CB6A88E589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6A09CA-426D-424C-B018-2C09050B0C4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9606DAA-5E80-4253-BBF5-86CB6A88E589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76A09CA-426D-424C-B018-2C09050B0C4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606DAA-5E80-4253-BBF5-86CB6A88E589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6A09CA-426D-424C-B018-2C09050B0C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606DAA-5E80-4253-BBF5-86CB6A88E589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6A09CA-426D-424C-B018-2C09050B0C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9606DAA-5E80-4253-BBF5-86CB6A88E589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776A09CA-426D-424C-B018-2C09050B0C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2376" y="2060848"/>
            <a:ext cx="7772400" cy="1080120"/>
          </a:xfrm>
        </p:spPr>
        <p:txBody>
          <a:bodyPr>
            <a:normAutofit/>
          </a:bodyPr>
          <a:lstStyle/>
          <a:p>
            <a:pPr algn="l"/>
            <a:r>
              <a:rPr lang="en-IN" sz="4000" dirty="0" smtClean="0"/>
              <a:t>LATCHES AND FLIP-FLOP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4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types of memory elements based on the type of triggering that is suitable to operate it.</a:t>
            </a:r>
          </a:p>
          <a:p>
            <a:r>
              <a:rPr lang="en-US" dirty="0"/>
              <a:t>Latches</a:t>
            </a:r>
          </a:p>
          <a:p>
            <a:r>
              <a:rPr lang="en-US" dirty="0"/>
              <a:t>Flip-flops</a:t>
            </a:r>
          </a:p>
          <a:p>
            <a:r>
              <a:rPr lang="en-US" dirty="0"/>
              <a:t>Latches operate with enable signal, which is </a:t>
            </a:r>
            <a:r>
              <a:rPr lang="en-US" b="1" dirty="0"/>
              <a:t>level sensitive</a:t>
            </a:r>
            <a:r>
              <a:rPr lang="en-US" dirty="0"/>
              <a:t>. Whereas, flip-flops are edge sensitive.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03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Latches are basic storage elements that operate with signal levels </a:t>
            </a:r>
            <a:r>
              <a:rPr lang="en-US" dirty="0" smtClean="0"/>
              <a:t>.</a:t>
            </a:r>
          </a:p>
          <a:p>
            <a:r>
              <a:rPr lang="en-US" dirty="0"/>
              <a:t>Latches controlled by a clock transition are flip-flops. </a:t>
            </a:r>
            <a:endParaRPr lang="en-US" dirty="0" smtClean="0"/>
          </a:p>
          <a:p>
            <a:r>
              <a:rPr lang="en-US" dirty="0" smtClean="0"/>
              <a:t>Latches </a:t>
            </a:r>
            <a:r>
              <a:rPr lang="en-US" dirty="0"/>
              <a:t>are level-sensitive devices. </a:t>
            </a:r>
            <a:endParaRPr lang="en-US" dirty="0" smtClean="0"/>
          </a:p>
          <a:p>
            <a:r>
              <a:rPr lang="en-US" dirty="0" smtClean="0"/>
              <a:t>Latches </a:t>
            </a:r>
            <a:r>
              <a:rPr lang="en-US" dirty="0"/>
              <a:t>are useful for the design of the asynchronous sequential circuit.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Latches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28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SR Latch is also called as </a:t>
            </a:r>
            <a:r>
              <a:rPr lang="en-US" b="1" dirty="0"/>
              <a:t>Set Reset Latch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latch affects the outputs as long as the enable, E is maintained at ‘1</a:t>
            </a:r>
            <a:r>
              <a:rPr lang="en-US" dirty="0" smtClean="0"/>
              <a:t>’.</a:t>
            </a:r>
          </a:p>
          <a:p>
            <a:r>
              <a:rPr lang="en-US" dirty="0" smtClean="0"/>
              <a:t> </a:t>
            </a:r>
            <a:r>
              <a:rPr lang="en-US" dirty="0"/>
              <a:t>The </a:t>
            </a:r>
            <a:r>
              <a:rPr lang="en-US" b="1" dirty="0"/>
              <a:t>circuit diagram</a:t>
            </a:r>
            <a:r>
              <a:rPr lang="en-US" dirty="0"/>
              <a:t> of SR Latch is shown in the following figure</a:t>
            </a:r>
            <a:r>
              <a:rPr lang="en-US" dirty="0" smtClean="0"/>
              <a:t>.</a:t>
            </a:r>
          </a:p>
          <a:p>
            <a:r>
              <a:rPr lang="en-US" dirty="0"/>
              <a:t>It can be constructed from a pair of cross-coupled NOR logic gates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 stored bit is present on the output marked Q.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SR </a:t>
            </a:r>
            <a:r>
              <a:rPr lang="en-US" b="1" dirty="0" smtClean="0"/>
              <a:t>Latch</a:t>
            </a:r>
            <a:r>
              <a:rPr lang="en-US" b="1" dirty="0"/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267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218" y="809075"/>
            <a:ext cx="5472608" cy="2851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645024"/>
            <a:ext cx="5904656" cy="2995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6751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204864"/>
            <a:ext cx="5688632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12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33587" y="2248694"/>
            <a:ext cx="5076825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29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2575" y="2234406"/>
            <a:ext cx="6038850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37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916832"/>
            <a:ext cx="8136903" cy="3888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0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844824"/>
            <a:ext cx="7848871" cy="3104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365104"/>
            <a:ext cx="7488832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3900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628800"/>
            <a:ext cx="8424936" cy="4248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670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 smtClean="0">
              <a:latin typeface="Algerian" pitchFamily="82" charset="0"/>
            </a:endParaRPr>
          </a:p>
          <a:p>
            <a:pPr marL="0" indent="0">
              <a:buNone/>
            </a:pPr>
            <a:endParaRPr lang="en-IN" dirty="0">
              <a:latin typeface="Algerian" pitchFamily="82" charset="0"/>
            </a:endParaRPr>
          </a:p>
          <a:p>
            <a:pPr marL="0" indent="0">
              <a:buNone/>
            </a:pPr>
            <a:r>
              <a:rPr lang="en-IN" dirty="0" smtClean="0">
                <a:latin typeface="Algerian" pitchFamily="82" charset="0"/>
              </a:rPr>
              <a:t>                 Thank you</a:t>
            </a:r>
            <a:endParaRPr lang="en-US" dirty="0">
              <a:latin typeface="Algerian" pitchFamily="8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741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36</TotalTime>
  <Words>56</Words>
  <Application>Microsoft Office PowerPoint</Application>
  <PresentationFormat>On-screen Show (4:3)</PresentationFormat>
  <Paragraphs>20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Concourse</vt:lpstr>
      <vt:lpstr>LATCHES AND FLIP-FLOP</vt:lpstr>
      <vt:lpstr>PowerPoint Presentation</vt:lpstr>
      <vt:lpstr>Latches </vt:lpstr>
      <vt:lpstr>SR Latch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LATCHES AND FLIP-FLOP</dc:title>
  <dc:creator>fahmida</dc:creator>
  <cp:lastModifiedBy>fahmida</cp:lastModifiedBy>
  <cp:revision>14</cp:revision>
  <dcterms:created xsi:type="dcterms:W3CDTF">2020-11-30T13:57:08Z</dcterms:created>
  <dcterms:modified xsi:type="dcterms:W3CDTF">2020-12-02T05:44:39Z</dcterms:modified>
</cp:coreProperties>
</file>