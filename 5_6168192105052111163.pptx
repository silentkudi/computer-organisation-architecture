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9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C604A81-EF00-4D5F-AD43-39957C8D6F70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6DE8FC2-8CB4-46E8-8453-3740C0F742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C604A81-EF00-4D5F-AD43-39957C8D6F70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6DE8FC2-8CB4-46E8-8453-3740C0F7425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C604A81-EF00-4D5F-AD43-39957C8D6F70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6DE8FC2-8CB4-46E8-8453-3740C0F7425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C604A81-EF00-4D5F-AD43-39957C8D6F70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6DE8FC2-8CB4-46E8-8453-3740C0F7425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C604A81-EF00-4D5F-AD43-39957C8D6F70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6DE8FC2-8CB4-46E8-8453-3740C0F74259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C604A81-EF00-4D5F-AD43-39957C8D6F70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6DE8FC2-8CB4-46E8-8453-3740C0F7425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C604A81-EF00-4D5F-AD43-39957C8D6F70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6DE8FC2-8CB4-46E8-8453-3740C0F742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AC604A81-EF00-4D5F-AD43-39957C8D6F70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6DE8FC2-8CB4-46E8-8453-3740C0F74259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C604A81-EF00-4D5F-AD43-39957C8D6F70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6DE8FC2-8CB4-46E8-8453-3740C0F7425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C604A81-EF00-4D5F-AD43-39957C8D6F70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6DE8FC2-8CB4-46E8-8453-3740C0F742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C604A81-EF00-4D5F-AD43-39957C8D6F70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6DE8FC2-8CB4-46E8-8453-3740C0F742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AC604A81-EF00-4D5F-AD43-39957C8D6F70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26DE8FC2-8CB4-46E8-8453-3740C0F7425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DECODERS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61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Decoder can be described as a combinational circuit that converts binary information from the 'n' coded inputs to a maximum of 2^n different outputs.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343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060848"/>
            <a:ext cx="6408711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60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i="0" dirty="0" smtClean="0">
                <a:solidFill>
                  <a:srgbClr val="610B38"/>
                </a:solidFill>
                <a:effectLst/>
                <a:latin typeface="erdana"/>
              </a:rPr>
              <a:t>2 to 4 line decoder:</a:t>
            </a:r>
          </a:p>
          <a:p>
            <a: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  <a:t>In the 2 to 4 line decoder, there is a total of three inputs, i.e., A</a:t>
            </a:r>
            <a:r>
              <a:rPr lang="en-US" b="0" i="0" baseline="-25000" dirty="0" smtClean="0">
                <a:solidFill>
                  <a:srgbClr val="000000"/>
                </a:solidFill>
                <a:effectLst/>
                <a:latin typeface="verdana"/>
              </a:rPr>
              <a:t>0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  <a:t>, and A</a:t>
            </a:r>
            <a:r>
              <a:rPr lang="en-US" b="0" i="0" baseline="-25000" dirty="0" smtClean="0">
                <a:solidFill>
                  <a:srgbClr val="000000"/>
                </a:solidFill>
                <a:effectLst/>
                <a:latin typeface="verdana"/>
              </a:rPr>
              <a:t>1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  <a:t> and E and four outputs, i.e., Y</a:t>
            </a:r>
            <a:r>
              <a:rPr lang="en-US" b="0" i="0" baseline="-25000" dirty="0" smtClean="0">
                <a:solidFill>
                  <a:srgbClr val="000000"/>
                </a:solidFill>
                <a:effectLst/>
                <a:latin typeface="verdana"/>
              </a:rPr>
              <a:t>0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  <a:t>, Y</a:t>
            </a:r>
            <a:r>
              <a:rPr lang="en-US" b="0" i="0" baseline="-25000" dirty="0" smtClean="0">
                <a:solidFill>
                  <a:srgbClr val="000000"/>
                </a:solidFill>
                <a:effectLst/>
                <a:latin typeface="verdana"/>
              </a:rPr>
              <a:t>1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  <a:t>, Y</a:t>
            </a:r>
            <a:r>
              <a:rPr lang="en-US" b="0" i="0" baseline="-25000" dirty="0" smtClean="0">
                <a:solidFill>
                  <a:srgbClr val="000000"/>
                </a:solidFill>
                <a:effectLst/>
                <a:latin typeface="verdana"/>
              </a:rPr>
              <a:t>2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  <a:t>, and Y</a:t>
            </a:r>
            <a:r>
              <a:rPr lang="en-US" b="0" i="0" baseline="-25000" dirty="0" smtClean="0">
                <a:solidFill>
                  <a:srgbClr val="000000"/>
                </a:solidFill>
                <a:effectLst/>
                <a:latin typeface="verdana"/>
              </a:rPr>
              <a:t>3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  <a:t>.</a:t>
            </a:r>
          </a:p>
          <a:p>
            <a: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  <a:t> For each combination of inputs, when the enable 'E' is set to 1, one of these four outputs will be 1.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There are various types of decoders which are as follows:</a:t>
            </a:r>
          </a:p>
        </p:txBody>
      </p:sp>
    </p:spTree>
    <p:extLst>
      <p:ext uri="{BB962C8B-B14F-4D97-AF65-F5344CB8AC3E}">
        <p14:creationId xmlns:p14="http://schemas.microsoft.com/office/powerpoint/2010/main" val="693507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916832"/>
            <a:ext cx="6120680" cy="3213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Block Diagram: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378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700808"/>
            <a:ext cx="7920880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Truth Table: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140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  <a:t>The logical expression of the term Y0, Y0, Y2, and Y3 is as follows:</a:t>
            </a:r>
          </a:p>
          <a:p>
            <a: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  <a:t>Y</a:t>
            </a:r>
            <a:r>
              <a:rPr lang="en-US" b="0" i="0" baseline="-25000" dirty="0" smtClean="0">
                <a:solidFill>
                  <a:srgbClr val="000000"/>
                </a:solidFill>
                <a:effectLst/>
                <a:latin typeface="verdana"/>
              </a:rPr>
              <a:t>3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  <a:t>=E.A</a:t>
            </a:r>
            <a:r>
              <a:rPr lang="en-US" b="0" i="0" baseline="-25000" dirty="0" smtClean="0">
                <a:solidFill>
                  <a:srgbClr val="000000"/>
                </a:solidFill>
                <a:effectLst/>
                <a:latin typeface="verdana"/>
              </a:rPr>
              <a:t>1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  <a:t>.A</a:t>
            </a:r>
            <a:r>
              <a:rPr lang="en-US" b="0" i="0" baseline="-25000" dirty="0" smtClean="0">
                <a:solidFill>
                  <a:srgbClr val="000000"/>
                </a:solidFill>
                <a:effectLst/>
                <a:latin typeface="verdana"/>
              </a:rPr>
              <a:t>0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  <a:t/>
            </a:r>
            <a:b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</a:br>
            <a: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  <a:t>Y</a:t>
            </a:r>
            <a:r>
              <a:rPr lang="en-US" b="0" i="0" baseline="-25000" dirty="0" smtClean="0">
                <a:solidFill>
                  <a:srgbClr val="000000"/>
                </a:solidFill>
                <a:effectLst/>
                <a:latin typeface="verdana"/>
              </a:rPr>
              <a:t>2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  <a:t>=E.A</a:t>
            </a:r>
            <a:r>
              <a:rPr lang="en-US" b="0" i="0" baseline="-25000" dirty="0" smtClean="0">
                <a:solidFill>
                  <a:srgbClr val="000000"/>
                </a:solidFill>
                <a:effectLst/>
                <a:latin typeface="verdana"/>
              </a:rPr>
              <a:t>1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  <a:t>.A</a:t>
            </a:r>
            <a:r>
              <a:rPr lang="en-US" b="0" i="0" baseline="-25000" dirty="0" smtClean="0">
                <a:solidFill>
                  <a:srgbClr val="000000"/>
                </a:solidFill>
                <a:effectLst/>
                <a:latin typeface="verdana"/>
              </a:rPr>
              <a:t>0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  <a:t>'</a:t>
            </a:r>
            <a:b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</a:br>
            <a: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  <a:t>Y</a:t>
            </a:r>
            <a:r>
              <a:rPr lang="en-US" b="0" i="0" baseline="-25000" dirty="0" smtClean="0">
                <a:solidFill>
                  <a:srgbClr val="000000"/>
                </a:solidFill>
                <a:effectLst/>
                <a:latin typeface="verdana"/>
              </a:rPr>
              <a:t>1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  <a:t>=E.A</a:t>
            </a:r>
            <a:r>
              <a:rPr lang="en-US" b="0" i="0" baseline="-25000" dirty="0" smtClean="0">
                <a:solidFill>
                  <a:srgbClr val="000000"/>
                </a:solidFill>
                <a:effectLst/>
                <a:latin typeface="verdana"/>
              </a:rPr>
              <a:t>1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  <a:t>'.A</a:t>
            </a:r>
            <a:r>
              <a:rPr lang="en-US" b="0" i="0" baseline="-25000" dirty="0" smtClean="0">
                <a:solidFill>
                  <a:srgbClr val="000000"/>
                </a:solidFill>
                <a:effectLst/>
                <a:latin typeface="verdana"/>
              </a:rPr>
              <a:t>0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  <a:t/>
            </a:r>
            <a:b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</a:br>
            <a: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  <a:t>Y0=E.A</a:t>
            </a:r>
            <a:r>
              <a:rPr lang="en-US" b="0" i="0" baseline="-25000" dirty="0" smtClean="0">
                <a:solidFill>
                  <a:srgbClr val="000000"/>
                </a:solidFill>
                <a:effectLst/>
                <a:latin typeface="verdana"/>
              </a:rPr>
              <a:t>1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  <a:t>'.A</a:t>
            </a:r>
            <a:r>
              <a:rPr lang="en-US" b="0" i="0" baseline="-25000" dirty="0" smtClean="0">
                <a:solidFill>
                  <a:srgbClr val="000000"/>
                </a:solidFill>
                <a:effectLst/>
                <a:latin typeface="verdana"/>
              </a:rPr>
              <a:t>0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  <a:t>'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855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Logical circuit of the above expressions is given below: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481138"/>
            <a:ext cx="7488832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8228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3 to 8 line decoder is also known as </a:t>
            </a:r>
            <a:r>
              <a:rPr lang="en-US" b="1" dirty="0"/>
              <a:t>Binary to Octal Decoder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In a 3 to 8 line decoder, there is a total of eight outputs, i.e., Y</a:t>
            </a:r>
            <a:r>
              <a:rPr lang="en-US" baseline="-25000" dirty="0"/>
              <a:t>0</a:t>
            </a:r>
            <a:r>
              <a:rPr lang="en-US" dirty="0"/>
              <a:t>, Y</a:t>
            </a:r>
            <a:r>
              <a:rPr lang="en-US" baseline="-25000" dirty="0"/>
              <a:t>1</a:t>
            </a:r>
            <a:r>
              <a:rPr lang="en-US" dirty="0"/>
              <a:t>, Y</a:t>
            </a:r>
            <a:r>
              <a:rPr lang="en-US" baseline="-25000" dirty="0"/>
              <a:t>2</a:t>
            </a:r>
            <a:r>
              <a:rPr lang="en-US" dirty="0"/>
              <a:t>, Y</a:t>
            </a:r>
            <a:r>
              <a:rPr lang="en-US" baseline="-25000" dirty="0"/>
              <a:t>3</a:t>
            </a:r>
            <a:r>
              <a:rPr lang="en-US" dirty="0"/>
              <a:t>, Y</a:t>
            </a:r>
            <a:r>
              <a:rPr lang="en-US" baseline="-25000" dirty="0"/>
              <a:t>4</a:t>
            </a:r>
            <a:r>
              <a:rPr lang="en-US" dirty="0"/>
              <a:t>, Y</a:t>
            </a:r>
            <a:r>
              <a:rPr lang="en-US" baseline="-25000" dirty="0"/>
              <a:t>5</a:t>
            </a:r>
            <a:r>
              <a:rPr lang="en-US" dirty="0"/>
              <a:t>, Y</a:t>
            </a:r>
            <a:r>
              <a:rPr lang="en-US" baseline="-25000" dirty="0"/>
              <a:t>6</a:t>
            </a:r>
            <a:r>
              <a:rPr lang="en-US" dirty="0"/>
              <a:t>, and Y</a:t>
            </a:r>
            <a:r>
              <a:rPr lang="en-US" baseline="-25000" dirty="0"/>
              <a:t>7</a:t>
            </a:r>
            <a:r>
              <a:rPr lang="en-US" dirty="0"/>
              <a:t> and three outputs, i.e., A</a:t>
            </a:r>
            <a:r>
              <a:rPr lang="en-US" baseline="-25000" dirty="0"/>
              <a:t>0</a:t>
            </a:r>
            <a:r>
              <a:rPr lang="en-US" dirty="0"/>
              <a:t>, A1, and A</a:t>
            </a:r>
            <a:r>
              <a:rPr lang="en-US" baseline="-25000" dirty="0"/>
              <a:t>2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circuit has an enable input 'E'. Just like 2 to 4 line decoder, when enable 'E' is set to 1, one of these four outputs will be 1.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 to 8 line decoder: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539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700809"/>
            <a:ext cx="6912768" cy="3633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Block Diagram: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436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412777"/>
            <a:ext cx="7128792" cy="428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Truth Table:</a:t>
            </a:r>
            <a:br>
              <a:rPr lang="en-US" dirty="0"/>
            </a:b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115616" y="5373216"/>
            <a:ext cx="68407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22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logical</a:t>
            </a:r>
            <a:r>
              <a:rPr lang="es-ES" dirty="0"/>
              <a:t> </a:t>
            </a:r>
            <a:r>
              <a:rPr lang="es-ES" dirty="0" err="1"/>
              <a:t>expression</a:t>
            </a:r>
            <a:r>
              <a:rPr lang="es-ES" dirty="0"/>
              <a:t> of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term</a:t>
            </a:r>
            <a:r>
              <a:rPr lang="es-ES" dirty="0"/>
              <a:t> Y</a:t>
            </a:r>
            <a:r>
              <a:rPr lang="es-ES" baseline="-25000" dirty="0"/>
              <a:t>0</a:t>
            </a:r>
            <a:r>
              <a:rPr lang="es-ES" dirty="0"/>
              <a:t>, Y</a:t>
            </a:r>
            <a:r>
              <a:rPr lang="es-ES" baseline="-25000" dirty="0"/>
              <a:t>1</a:t>
            </a:r>
            <a:r>
              <a:rPr lang="es-ES" dirty="0"/>
              <a:t>, Y</a:t>
            </a:r>
            <a:r>
              <a:rPr lang="es-ES" baseline="-25000" dirty="0"/>
              <a:t>2</a:t>
            </a:r>
            <a:r>
              <a:rPr lang="es-ES" dirty="0"/>
              <a:t>, Y</a:t>
            </a:r>
            <a:r>
              <a:rPr lang="es-ES" baseline="-25000" dirty="0"/>
              <a:t>3</a:t>
            </a:r>
            <a:r>
              <a:rPr lang="es-ES" dirty="0"/>
              <a:t>, Y</a:t>
            </a:r>
            <a:r>
              <a:rPr lang="es-ES" baseline="-25000" dirty="0"/>
              <a:t>4</a:t>
            </a:r>
            <a:r>
              <a:rPr lang="es-ES" dirty="0"/>
              <a:t>, Y</a:t>
            </a:r>
            <a:r>
              <a:rPr lang="es-ES" baseline="-25000" dirty="0"/>
              <a:t>5</a:t>
            </a:r>
            <a:r>
              <a:rPr lang="es-ES" dirty="0"/>
              <a:t>, Y</a:t>
            </a:r>
            <a:r>
              <a:rPr lang="es-ES" baseline="-25000" dirty="0"/>
              <a:t>6</a:t>
            </a:r>
            <a:r>
              <a:rPr lang="es-ES" dirty="0"/>
              <a:t>, and Y</a:t>
            </a:r>
            <a:r>
              <a:rPr lang="es-ES" baseline="-25000" dirty="0"/>
              <a:t>7</a:t>
            </a:r>
            <a:r>
              <a:rPr lang="es-ES" dirty="0"/>
              <a:t> </a:t>
            </a:r>
            <a:r>
              <a:rPr lang="es-ES" dirty="0" err="1"/>
              <a:t>is</a:t>
            </a:r>
            <a:r>
              <a:rPr lang="es-ES" dirty="0"/>
              <a:t> as </a:t>
            </a:r>
            <a:r>
              <a:rPr lang="es-ES" dirty="0" err="1"/>
              <a:t>follows</a:t>
            </a:r>
            <a:r>
              <a:rPr lang="es-ES" dirty="0"/>
              <a:t>:</a:t>
            </a:r>
          </a:p>
          <a:p>
            <a:r>
              <a:rPr lang="es-ES" dirty="0"/>
              <a:t>Y</a:t>
            </a:r>
            <a:r>
              <a:rPr lang="es-ES" baseline="-25000" dirty="0"/>
              <a:t>0</a:t>
            </a:r>
            <a:r>
              <a:rPr lang="es-ES" dirty="0"/>
              <a:t>=A</a:t>
            </a:r>
            <a:r>
              <a:rPr lang="es-ES" baseline="-25000" dirty="0"/>
              <a:t>0</a:t>
            </a:r>
            <a:r>
              <a:rPr lang="es-ES" dirty="0"/>
              <a:t>'.A</a:t>
            </a:r>
            <a:r>
              <a:rPr lang="es-ES" baseline="-25000" dirty="0"/>
              <a:t>1</a:t>
            </a:r>
            <a:r>
              <a:rPr lang="es-ES" dirty="0"/>
              <a:t>'.A</a:t>
            </a:r>
            <a:r>
              <a:rPr lang="es-ES" baseline="-25000" dirty="0"/>
              <a:t>2</a:t>
            </a:r>
            <a:r>
              <a:rPr lang="es-ES" dirty="0"/>
              <a:t>'</a:t>
            </a:r>
            <a:br>
              <a:rPr lang="es-ES" dirty="0"/>
            </a:br>
            <a:r>
              <a:rPr lang="es-ES" dirty="0"/>
              <a:t>Y</a:t>
            </a:r>
            <a:r>
              <a:rPr lang="es-ES" baseline="-25000" dirty="0"/>
              <a:t>1</a:t>
            </a:r>
            <a:r>
              <a:rPr lang="es-ES" dirty="0"/>
              <a:t>=A</a:t>
            </a:r>
            <a:r>
              <a:rPr lang="es-ES" baseline="-25000" dirty="0"/>
              <a:t>0</a:t>
            </a:r>
            <a:r>
              <a:rPr lang="es-ES" dirty="0"/>
              <a:t>.A</a:t>
            </a:r>
            <a:r>
              <a:rPr lang="es-ES" baseline="-25000" dirty="0"/>
              <a:t>1</a:t>
            </a:r>
            <a:r>
              <a:rPr lang="es-ES" dirty="0"/>
              <a:t>'.A</a:t>
            </a:r>
            <a:r>
              <a:rPr lang="es-ES" baseline="-25000" dirty="0"/>
              <a:t>2</a:t>
            </a:r>
            <a:r>
              <a:rPr lang="es-ES" dirty="0"/>
              <a:t>'</a:t>
            </a:r>
            <a:br>
              <a:rPr lang="es-ES" dirty="0"/>
            </a:br>
            <a:r>
              <a:rPr lang="es-ES" dirty="0"/>
              <a:t>Y</a:t>
            </a:r>
            <a:r>
              <a:rPr lang="es-ES" baseline="-25000" dirty="0"/>
              <a:t>2</a:t>
            </a:r>
            <a:r>
              <a:rPr lang="es-ES" dirty="0"/>
              <a:t>=A</a:t>
            </a:r>
            <a:r>
              <a:rPr lang="es-ES" baseline="-25000" dirty="0"/>
              <a:t>0</a:t>
            </a:r>
            <a:r>
              <a:rPr lang="es-ES" dirty="0"/>
              <a:t>'.A</a:t>
            </a:r>
            <a:r>
              <a:rPr lang="es-ES" baseline="-25000" dirty="0"/>
              <a:t>1</a:t>
            </a:r>
            <a:r>
              <a:rPr lang="es-ES" dirty="0"/>
              <a:t>.A</a:t>
            </a:r>
            <a:r>
              <a:rPr lang="es-ES" baseline="-25000" dirty="0"/>
              <a:t>2</a:t>
            </a:r>
            <a:r>
              <a:rPr lang="es-ES" dirty="0"/>
              <a:t>'</a:t>
            </a:r>
            <a:br>
              <a:rPr lang="es-ES" dirty="0"/>
            </a:br>
            <a:r>
              <a:rPr lang="es-ES" dirty="0"/>
              <a:t>Y</a:t>
            </a:r>
            <a:r>
              <a:rPr lang="es-ES" baseline="-25000" dirty="0"/>
              <a:t>3</a:t>
            </a:r>
            <a:r>
              <a:rPr lang="es-ES" dirty="0"/>
              <a:t>=A</a:t>
            </a:r>
            <a:r>
              <a:rPr lang="es-ES" baseline="-25000" dirty="0"/>
              <a:t>0</a:t>
            </a:r>
            <a:r>
              <a:rPr lang="es-ES" dirty="0"/>
              <a:t>.A</a:t>
            </a:r>
            <a:r>
              <a:rPr lang="es-ES" baseline="-25000" dirty="0"/>
              <a:t>1</a:t>
            </a:r>
            <a:r>
              <a:rPr lang="es-ES" dirty="0"/>
              <a:t>.A</a:t>
            </a:r>
            <a:r>
              <a:rPr lang="es-ES" baseline="-25000" dirty="0"/>
              <a:t>2</a:t>
            </a:r>
            <a:r>
              <a:rPr lang="es-ES" dirty="0"/>
              <a:t>'</a:t>
            </a:r>
            <a:br>
              <a:rPr lang="es-ES" dirty="0"/>
            </a:br>
            <a:r>
              <a:rPr lang="es-ES" dirty="0"/>
              <a:t>Y</a:t>
            </a:r>
            <a:r>
              <a:rPr lang="es-ES" baseline="-25000" dirty="0"/>
              <a:t>4</a:t>
            </a:r>
            <a:r>
              <a:rPr lang="es-ES" dirty="0"/>
              <a:t>=A</a:t>
            </a:r>
            <a:r>
              <a:rPr lang="es-ES" baseline="-25000" dirty="0"/>
              <a:t>0</a:t>
            </a:r>
            <a:r>
              <a:rPr lang="es-ES" dirty="0"/>
              <a:t>'.A</a:t>
            </a:r>
            <a:r>
              <a:rPr lang="es-ES" baseline="-25000" dirty="0"/>
              <a:t>1</a:t>
            </a:r>
            <a:r>
              <a:rPr lang="es-ES" dirty="0"/>
              <a:t>'.A</a:t>
            </a:r>
            <a:r>
              <a:rPr lang="es-ES" baseline="-25000" dirty="0"/>
              <a:t>2</a:t>
            </a:r>
            <a:r>
              <a:rPr lang="es-ES" dirty="0"/>
              <a:t/>
            </a:r>
            <a:br>
              <a:rPr lang="es-ES" dirty="0"/>
            </a:br>
            <a:r>
              <a:rPr lang="es-ES" dirty="0"/>
              <a:t>Y</a:t>
            </a:r>
            <a:r>
              <a:rPr lang="es-ES" baseline="-25000" dirty="0"/>
              <a:t>5</a:t>
            </a:r>
            <a:r>
              <a:rPr lang="es-ES" dirty="0"/>
              <a:t>=A</a:t>
            </a:r>
            <a:r>
              <a:rPr lang="es-ES" baseline="-25000" dirty="0"/>
              <a:t>0</a:t>
            </a:r>
            <a:r>
              <a:rPr lang="es-ES" dirty="0"/>
              <a:t>.A</a:t>
            </a:r>
            <a:r>
              <a:rPr lang="es-ES" baseline="-25000" dirty="0"/>
              <a:t>1</a:t>
            </a:r>
            <a:r>
              <a:rPr lang="es-ES" dirty="0"/>
              <a:t>'.A</a:t>
            </a:r>
            <a:r>
              <a:rPr lang="es-ES" baseline="-25000" dirty="0"/>
              <a:t>2</a:t>
            </a:r>
            <a:r>
              <a:rPr lang="es-ES" dirty="0"/>
              <a:t/>
            </a:r>
            <a:br>
              <a:rPr lang="es-ES" dirty="0"/>
            </a:br>
            <a:r>
              <a:rPr lang="es-ES" dirty="0"/>
              <a:t>Y</a:t>
            </a:r>
            <a:r>
              <a:rPr lang="es-ES" baseline="-25000" dirty="0"/>
              <a:t>6</a:t>
            </a:r>
            <a:r>
              <a:rPr lang="es-ES" dirty="0"/>
              <a:t>=A</a:t>
            </a:r>
            <a:r>
              <a:rPr lang="es-ES" baseline="-25000" dirty="0"/>
              <a:t>0</a:t>
            </a:r>
            <a:r>
              <a:rPr lang="es-ES" dirty="0"/>
              <a:t>'.A</a:t>
            </a:r>
            <a:r>
              <a:rPr lang="es-ES" baseline="-25000" dirty="0"/>
              <a:t>1</a:t>
            </a:r>
            <a:r>
              <a:rPr lang="es-ES" dirty="0"/>
              <a:t>.A</a:t>
            </a:r>
            <a:r>
              <a:rPr lang="es-ES" baseline="-25000" dirty="0"/>
              <a:t>2</a:t>
            </a:r>
            <a:r>
              <a:rPr lang="es-ES" dirty="0"/>
              <a:t/>
            </a:r>
            <a:br>
              <a:rPr lang="es-ES" dirty="0"/>
            </a:br>
            <a:r>
              <a:rPr lang="es-ES" dirty="0"/>
              <a:t>Y</a:t>
            </a:r>
            <a:r>
              <a:rPr lang="es-ES" baseline="-25000" dirty="0"/>
              <a:t>7</a:t>
            </a:r>
            <a:r>
              <a:rPr lang="es-ES" dirty="0"/>
              <a:t>=A</a:t>
            </a:r>
            <a:r>
              <a:rPr lang="es-ES" baseline="-25000" dirty="0"/>
              <a:t>0</a:t>
            </a:r>
            <a:r>
              <a:rPr lang="es-ES" dirty="0"/>
              <a:t>.A</a:t>
            </a:r>
            <a:r>
              <a:rPr lang="es-ES" baseline="-25000" dirty="0"/>
              <a:t>1</a:t>
            </a:r>
            <a:r>
              <a:rPr lang="es-ES" dirty="0"/>
              <a:t>.A</a:t>
            </a:r>
            <a:r>
              <a:rPr lang="es-ES" baseline="-25000" dirty="0"/>
              <a:t>2</a:t>
            </a:r>
            <a:endParaRPr lang="es-E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177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600200"/>
            <a:ext cx="6552728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Logical circuit of the above expressions is given below:</a:t>
            </a:r>
          </a:p>
        </p:txBody>
      </p:sp>
    </p:spTree>
    <p:extLst>
      <p:ext uri="{BB962C8B-B14F-4D97-AF65-F5344CB8AC3E}">
        <p14:creationId xmlns:p14="http://schemas.microsoft.com/office/powerpoint/2010/main" val="2731928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b="1" dirty="0" smtClean="0">
              <a:solidFill>
                <a:srgbClr val="FF0000"/>
              </a:solidFill>
              <a:latin typeface="Algerian" pitchFamily="82" charset="0"/>
            </a:endParaRPr>
          </a:p>
          <a:p>
            <a:pPr marL="0" indent="0">
              <a:buNone/>
            </a:pPr>
            <a:endParaRPr lang="en-IN" b="1" dirty="0">
              <a:solidFill>
                <a:srgbClr val="FF0000"/>
              </a:solidFill>
              <a:latin typeface="Algerian" pitchFamily="82" charset="0"/>
            </a:endParaRPr>
          </a:p>
          <a:p>
            <a:pPr marL="0" indent="0">
              <a:buNone/>
            </a:pPr>
            <a:r>
              <a:rPr lang="en-IN" b="1" dirty="0" smtClean="0">
                <a:solidFill>
                  <a:srgbClr val="FF0000"/>
                </a:solidFill>
                <a:latin typeface="Algerian" pitchFamily="82" charset="0"/>
              </a:rPr>
              <a:t>                         THANK YOU</a:t>
            </a:r>
            <a:endParaRPr lang="en-US" b="1" dirty="0">
              <a:solidFill>
                <a:srgbClr val="FF0000"/>
              </a:solidFill>
              <a:latin typeface="Algerian" pitchFamily="8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6400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15</TotalTime>
  <Words>159</Words>
  <Application>Microsoft Office PowerPoint</Application>
  <PresentationFormat>On-screen Show (4:3)</PresentationFormat>
  <Paragraphs>23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Concourse</vt:lpstr>
      <vt:lpstr>DECODERS</vt:lpstr>
      <vt:lpstr>PowerPoint Presentation</vt:lpstr>
      <vt:lpstr>PowerPoint Presentation</vt:lpstr>
      <vt:lpstr>There are various types of decoders which are as follows:</vt:lpstr>
      <vt:lpstr>Block Diagram: </vt:lpstr>
      <vt:lpstr>Truth Table: </vt:lpstr>
      <vt:lpstr>PowerPoint Presentation</vt:lpstr>
      <vt:lpstr>Logical circuit of the above expressions is given below:</vt:lpstr>
      <vt:lpstr>3 to 8 line decoder: </vt:lpstr>
      <vt:lpstr>Block Diagram: </vt:lpstr>
      <vt:lpstr>Truth Table: </vt:lpstr>
      <vt:lpstr>PowerPoint Presentation</vt:lpstr>
      <vt:lpstr>Logical circuit of the above expressions is given below: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DECODERS</dc:title>
  <dc:creator>fahmida</dc:creator>
  <cp:lastModifiedBy>fahmida</cp:lastModifiedBy>
  <cp:revision>10</cp:revision>
  <dcterms:created xsi:type="dcterms:W3CDTF">2020-09-18T04:41:21Z</dcterms:created>
  <dcterms:modified xsi:type="dcterms:W3CDTF">2020-09-18T05:24:08Z</dcterms:modified>
</cp:coreProperties>
</file>