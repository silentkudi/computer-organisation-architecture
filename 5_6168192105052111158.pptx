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7C10FFC-2218-44F0-A3D4-99E1D2440A6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7B53688-4636-4CDE-BEF6-36093DFA301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Algerian" pitchFamily="82" charset="0"/>
              </a:rPr>
              <a:t>UNIVERSAL GATES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Colonna MT" pitchFamily="82" charset="0"/>
              </a:rPr>
              <a:t>AVAH ARTS AND SCIENCE COLLEGE,KULUPPA</a:t>
            </a:r>
          </a:p>
          <a:p>
            <a:pPr algn="ctr"/>
            <a:r>
              <a:rPr lang="en-IN" b="1" dirty="0" smtClean="0">
                <a:latin typeface="Colonna MT" pitchFamily="82" charset="0"/>
              </a:rPr>
              <a:t>DEPARTMENT OF COMPUTER SCIENCE</a:t>
            </a:r>
            <a:endParaRPr lang="en-US" b="1" dirty="0">
              <a:latin typeface="Colonna MT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4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universal gate is a gate which can implement any Boolean function without need to use any other gate type. </a:t>
            </a:r>
          </a:p>
          <a:p>
            <a:r>
              <a:rPr lang="en-US" dirty="0" smtClean="0"/>
              <a:t>The NAND and NOR gates are universal gates. </a:t>
            </a:r>
          </a:p>
          <a:p>
            <a:r>
              <a:rPr lang="en-US" dirty="0" smtClean="0"/>
              <a:t>In practice, this is advantageous since NAND and NOR gates are economical and easier to fabricate and are the basic gates used in all IC digital logic families.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F0"/>
                </a:solidFill>
              </a:rPr>
              <a:t>UNIVERSAL GATES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4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A NAND Gate is constructed by connecting a NOT Gate at the output terminal of the AND Gate.</a:t>
            </a:r>
          </a:p>
          <a:p>
            <a:pPr fontAlgn="base"/>
            <a:r>
              <a:rPr lang="en-US" dirty="0"/>
              <a:t>The output of NAND gate is high (‘1’) if at least one of its inputs is low (‘0’).</a:t>
            </a:r>
          </a:p>
          <a:p>
            <a:pPr fontAlgn="base"/>
            <a:r>
              <a:rPr lang="en-US" dirty="0"/>
              <a:t>The output of NAND gate is low (‘0’) if all of its inputs are high (‘1’).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NAND GATE 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95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8064896" cy="391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70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704856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2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1077" y="1481138"/>
            <a:ext cx="5101846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8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NAND Gate is a Universal Gate: To prove that any Boolean function can be implemented using only NAND gates, we will show that the AND, OR, and NOT operations can be performed using only these gates.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figure shows two ways in which a NAND   gate can be used as an inverter (NOT gate).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0702"/>
            <a:ext cx="9324528" cy="634082"/>
          </a:xfrm>
        </p:spPr>
        <p:txBody>
          <a:bodyPr>
            <a:normAutofit fontScale="90000"/>
          </a:bodyPr>
          <a:lstStyle/>
          <a:p>
            <a:pPr marL="514350" lvl="0" indent="-514350">
              <a:spcBef>
                <a:spcPct val="20000"/>
              </a:spcBef>
            </a:pPr>
            <a:r>
              <a:rPr lang="en-US" sz="3200" dirty="0" smtClean="0">
                <a:solidFill>
                  <a:srgbClr val="00B0F0"/>
                </a:solidFill>
                <a:ea typeface="+mn-ea"/>
                <a:cs typeface="+mn-cs"/>
              </a:rPr>
              <a:t>1.Implementing </a:t>
            </a:r>
            <a:r>
              <a:rPr lang="en-US" sz="3200" dirty="0">
                <a:solidFill>
                  <a:srgbClr val="00B0F0"/>
                </a:solidFill>
                <a:ea typeface="+mn-ea"/>
                <a:cs typeface="+mn-cs"/>
              </a:rPr>
              <a:t>an Inverter Using only NAND Gate </a:t>
            </a:r>
            <a:r>
              <a:rPr lang="en-US" sz="3200" dirty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US" sz="3200" dirty="0">
                <a:solidFill>
                  <a:prstClr val="black"/>
                </a:solidFill>
                <a:ea typeface="+mn-ea"/>
                <a:cs typeface="+mn-cs"/>
              </a:rPr>
            </a:b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3023195"/>
            <a:ext cx="8715375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627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44825"/>
            <a:ext cx="896448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2.</a:t>
            </a:r>
            <a:r>
              <a:rPr lang="en-US" sz="2800" dirty="0" smtClean="0">
                <a:solidFill>
                  <a:srgbClr val="00B0F0"/>
                </a:solidFill>
              </a:rPr>
              <a:t> Implementing AND Using only NAND Gates 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45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8229600" cy="351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3.</a:t>
            </a:r>
            <a:r>
              <a:rPr lang="en-US" sz="2800" dirty="0" smtClean="0">
                <a:solidFill>
                  <a:srgbClr val="00B0F0"/>
                </a:solidFill>
              </a:rPr>
              <a:t> Implementing OR Using only NAND Gates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1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A NOR Gate is constructed by connecting a NOT Gate at the output terminal of the OR Gate.</a:t>
            </a:r>
          </a:p>
          <a:p>
            <a:pPr fontAlgn="base"/>
            <a:r>
              <a:rPr lang="en-US" dirty="0"/>
              <a:t>The output of </a:t>
            </a:r>
            <a:r>
              <a:rPr lang="en-US" dirty="0" smtClean="0"/>
              <a:t>NOR </a:t>
            </a:r>
            <a:r>
              <a:rPr lang="en-US" dirty="0"/>
              <a:t>gate is high (‘1’) if all of its inputs are low (‘0’).</a:t>
            </a:r>
          </a:p>
          <a:p>
            <a:pPr fontAlgn="base"/>
            <a:r>
              <a:rPr lang="en-US" dirty="0"/>
              <a:t>The output </a:t>
            </a:r>
            <a:r>
              <a:rPr lang="en-US"/>
              <a:t>of </a:t>
            </a:r>
            <a:r>
              <a:rPr lang="en-US"/>
              <a:t>N</a:t>
            </a:r>
            <a:r>
              <a:rPr lang="en-US" smtClean="0"/>
              <a:t>OR </a:t>
            </a:r>
            <a:r>
              <a:rPr lang="en-US" dirty="0"/>
              <a:t>gate is low (‘0’) if any of its inputs is high (‘1’).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F0"/>
                </a:solidFill>
              </a:rPr>
              <a:t>NOR GATE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69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352927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3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7848872" cy="4263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7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00200"/>
            <a:ext cx="7848872" cy="478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6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 Gate is a Universal Gate: To prove that any Boolean function can be implemented using only NOR gates, we will show that the AND, OR, and NOT operations can be performed using only these gates.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8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figure shows two ways in which a NOR gate can be used as an inverter (NOT gate)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1.</a:t>
            </a:r>
            <a:r>
              <a:rPr lang="en-US" sz="2800" dirty="0" smtClean="0">
                <a:solidFill>
                  <a:srgbClr val="00B0F0"/>
                </a:solidFill>
              </a:rPr>
              <a:t> Implementing an Inverter Using only NOR Gate</a:t>
            </a:r>
            <a:endParaRPr lang="en-US" sz="2800" dirty="0">
              <a:solidFill>
                <a:srgbClr val="00B0F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780928"/>
            <a:ext cx="859155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731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922062"/>
            <a:ext cx="8229600" cy="164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2.</a:t>
            </a:r>
            <a:r>
              <a:rPr lang="en-US" sz="2800" dirty="0" smtClean="0">
                <a:solidFill>
                  <a:srgbClr val="00B0F0"/>
                </a:solidFill>
              </a:rPr>
              <a:t> Implementing OR Using only NOR Gates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48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353730"/>
            <a:ext cx="8229600" cy="2780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3.</a:t>
            </a:r>
            <a:r>
              <a:rPr lang="en-US" sz="2800" dirty="0" smtClean="0">
                <a:solidFill>
                  <a:srgbClr val="00B0F0"/>
                </a:solidFill>
              </a:rPr>
              <a:t> Implementing AND Using only NOR Gates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68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640959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3144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9437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 smtClean="0">
              <a:latin typeface="Algerian" pitchFamily="82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  <a:latin typeface="Algerian" pitchFamily="82" charset="0"/>
              </a:rPr>
              <a:t> </a:t>
            </a:r>
            <a:r>
              <a:rPr lang="en-IN" b="1" dirty="0" smtClean="0">
                <a:solidFill>
                  <a:srgbClr val="00B0F0"/>
                </a:solidFill>
                <a:latin typeface="Algerian" pitchFamily="82" charset="0"/>
              </a:rPr>
              <a:t>                </a:t>
            </a:r>
          </a:p>
          <a:p>
            <a:pPr marL="0" indent="0">
              <a:buNone/>
            </a:pPr>
            <a:r>
              <a:rPr lang="en-IN" b="1">
                <a:solidFill>
                  <a:srgbClr val="00B0F0"/>
                </a:solidFill>
                <a:latin typeface="Algerian" pitchFamily="82" charset="0"/>
              </a:rPr>
              <a:t> </a:t>
            </a:r>
            <a:r>
              <a:rPr lang="en-IN" b="1" smtClean="0">
                <a:solidFill>
                  <a:srgbClr val="00B0F0"/>
                </a:solidFill>
                <a:latin typeface="Algerian" pitchFamily="82" charset="0"/>
              </a:rPr>
              <a:t>                          </a:t>
            </a:r>
            <a:r>
              <a:rPr lang="en-IN" b="1" dirty="0" smtClean="0">
                <a:solidFill>
                  <a:srgbClr val="00B0F0"/>
                </a:solidFill>
                <a:latin typeface="Algerian" pitchFamily="82" charset="0"/>
              </a:rPr>
              <a:t>THANK YOU</a:t>
            </a:r>
            <a:endParaRPr lang="en-US" b="1" dirty="0">
              <a:solidFill>
                <a:srgbClr val="00B0F0"/>
              </a:solidFill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86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</TotalTime>
  <Words>371</Words>
  <Application>Microsoft Office PowerPoint</Application>
  <PresentationFormat>On-screen Show (4:3)</PresentationFormat>
  <Paragraphs>28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Concourse</vt:lpstr>
      <vt:lpstr>UNIVERSAL GATES</vt:lpstr>
      <vt:lpstr>UNIVERSAL GATES</vt:lpstr>
      <vt:lpstr>NAND GATE </vt:lpstr>
      <vt:lpstr>PowerPoint Presentation</vt:lpstr>
      <vt:lpstr>PowerPoint Presentation</vt:lpstr>
      <vt:lpstr>PowerPoint Presentation</vt:lpstr>
      <vt:lpstr>PowerPoint Presentation</vt:lpstr>
      <vt:lpstr>1.Implementing an Inverter Using only NAND Gate  </vt:lpstr>
      <vt:lpstr>2. Implementing AND Using only NAND Gates </vt:lpstr>
      <vt:lpstr>3. Implementing OR Using only NAND Gates</vt:lpstr>
      <vt:lpstr>NOR GATE</vt:lpstr>
      <vt:lpstr>PowerPoint Presentation</vt:lpstr>
      <vt:lpstr>PowerPoint Presentation</vt:lpstr>
      <vt:lpstr>PowerPoint Presentation</vt:lpstr>
      <vt:lpstr>PowerPoint Presentation</vt:lpstr>
      <vt:lpstr>1. Implementing an Inverter Using only NOR Gate</vt:lpstr>
      <vt:lpstr>2. Implementing OR Using only NOR Gates</vt:lpstr>
      <vt:lpstr>3. Implementing AND Using only NOR Gates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GATES</dc:title>
  <dc:creator>fahmida</dc:creator>
  <cp:lastModifiedBy>fahmida</cp:lastModifiedBy>
  <cp:revision>18</cp:revision>
  <dcterms:created xsi:type="dcterms:W3CDTF">2020-09-09T05:09:40Z</dcterms:created>
  <dcterms:modified xsi:type="dcterms:W3CDTF">2020-09-09T07:05:56Z</dcterms:modified>
</cp:coreProperties>
</file>