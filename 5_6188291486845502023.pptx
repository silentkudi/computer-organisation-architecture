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68" r:id="rId5"/>
    <p:sldId id="258" r:id="rId6"/>
    <p:sldId id="269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3BECA-96AE-46ED-9239-21DE2A3C211A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D7BF-5AB1-4976-8B9B-EFD258C9B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3BECA-96AE-46ED-9239-21DE2A3C211A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D7BF-5AB1-4976-8B9B-EFD258C9B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3BECA-96AE-46ED-9239-21DE2A3C211A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D7BF-5AB1-4976-8B9B-EFD258C9B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3BECA-96AE-46ED-9239-21DE2A3C211A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D7BF-5AB1-4976-8B9B-EFD258C9B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3BECA-96AE-46ED-9239-21DE2A3C211A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D7BF-5AB1-4976-8B9B-EFD258C9B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3BECA-96AE-46ED-9239-21DE2A3C211A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D7BF-5AB1-4976-8B9B-EFD258C9B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3BECA-96AE-46ED-9239-21DE2A3C211A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D7BF-5AB1-4976-8B9B-EFD258C9B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3BECA-96AE-46ED-9239-21DE2A3C211A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D7BF-5AB1-4976-8B9B-EFD258C9B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3BECA-96AE-46ED-9239-21DE2A3C211A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D7BF-5AB1-4976-8B9B-EFD258C9B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3BECA-96AE-46ED-9239-21DE2A3C211A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D7BF-5AB1-4976-8B9B-EFD258C9B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3BECA-96AE-46ED-9239-21DE2A3C211A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D7BF-5AB1-4976-8B9B-EFD258C9B0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3BECA-96AE-46ED-9239-21DE2A3C211A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7D7BF-5AB1-4976-8B9B-EFD258C9B05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IN" b="1" dirty="0" smtClean="0">
                <a:solidFill>
                  <a:srgbClr val="C00000"/>
                </a:solidFill>
              </a:rPr>
              <a:t>INSTRUCTION FORMAT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768997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Computer perform task on the basis of instruction provided.</a:t>
            </a:r>
          </a:p>
          <a:p>
            <a:r>
              <a:rPr lang="en-US" dirty="0" smtClean="0"/>
              <a:t> An instruction in computer comprises of groups called fields.</a:t>
            </a:r>
          </a:p>
          <a:p>
            <a:r>
              <a:rPr lang="en-US" dirty="0" smtClean="0"/>
              <a:t>These field contains different information as for computers every thing is in 0 and 1 so each field has different significance on the basis of which a CPU decide what to perform. </a:t>
            </a:r>
          </a:p>
          <a:p>
            <a:r>
              <a:rPr lang="en-US" dirty="0" smtClean="0"/>
              <a:t>The most common fields are: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Operation field </a:t>
            </a:r>
            <a:r>
              <a:rPr lang="en-US" dirty="0" smtClean="0"/>
              <a:t>which specifies the operation to be performed like addition. 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Address field </a:t>
            </a:r>
            <a:r>
              <a:rPr lang="en-US" dirty="0" smtClean="0"/>
              <a:t>which contain the location of operand, i.e., register or memory location. 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Mode field </a:t>
            </a:r>
            <a:r>
              <a:rPr lang="en-US" dirty="0" smtClean="0"/>
              <a:t>which specifies how operand is to be founded.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642918"/>
            <a:ext cx="7715304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626121"/>
          </a:xfrm>
        </p:spPr>
        <p:txBody>
          <a:bodyPr/>
          <a:lstStyle/>
          <a:p>
            <a:r>
              <a:rPr lang="en-US" dirty="0" smtClean="0"/>
              <a:t>An instruction is of various length depending upon the number of addresses it contain. Generally CPU organization are of three types on the basis of number of address fields.</a:t>
            </a:r>
          </a:p>
          <a:p>
            <a:r>
              <a:rPr lang="en-IN" dirty="0" smtClean="0"/>
              <a:t>They are: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General register organization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Single Accumulator organization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Stack organization </a:t>
            </a:r>
          </a:p>
          <a:p>
            <a:pPr marL="914400" lvl="1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5786" y="714356"/>
            <a:ext cx="7286676" cy="493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071546"/>
            <a:ext cx="6929486" cy="3915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76" y="857232"/>
            <a:ext cx="7143800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285860"/>
            <a:ext cx="7143800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214422"/>
            <a:ext cx="7000923" cy="4282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142984"/>
            <a:ext cx="6572296" cy="4329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000109"/>
            <a:ext cx="6715172" cy="4296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00166" y="714357"/>
            <a:ext cx="6500858" cy="519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143</Words>
  <Application>Microsoft Office PowerPoint</Application>
  <PresentationFormat>On-screen Show (4:3)</PresentationFormat>
  <Paragraphs>15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INSTRUCTION FORMAT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CSDEPT</dc:creator>
  <cp:lastModifiedBy>CSDEPT</cp:lastModifiedBy>
  <cp:revision>6</cp:revision>
  <dcterms:created xsi:type="dcterms:W3CDTF">2021-02-18T06:03:23Z</dcterms:created>
  <dcterms:modified xsi:type="dcterms:W3CDTF">2021-02-18T06:48:43Z</dcterms:modified>
</cp:coreProperties>
</file>