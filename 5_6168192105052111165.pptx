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4" r:id="rId14"/>
    <p:sldId id="268" r:id="rId15"/>
    <p:sldId id="269" r:id="rId16"/>
    <p:sldId id="270" r:id="rId17"/>
    <p:sldId id="271" r:id="rId18"/>
    <p:sldId id="272" r:id="rId19"/>
    <p:sldId id="273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236" y="-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65411AB-2474-4CE1-A1BC-6BFB2D867869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84197C90-A94C-42C5-9E81-73420D8A74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65411AB-2474-4CE1-A1BC-6BFB2D867869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4197C90-A94C-42C5-9E81-73420D8A747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65411AB-2474-4CE1-A1BC-6BFB2D867869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4197C90-A94C-42C5-9E81-73420D8A747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65411AB-2474-4CE1-A1BC-6BFB2D867869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4197C90-A94C-42C5-9E81-73420D8A747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65411AB-2474-4CE1-A1BC-6BFB2D867869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4197C90-A94C-42C5-9E81-73420D8A747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65411AB-2474-4CE1-A1BC-6BFB2D867869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4197C90-A94C-42C5-9E81-73420D8A747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65411AB-2474-4CE1-A1BC-6BFB2D867869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4197C90-A94C-42C5-9E81-73420D8A74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C65411AB-2474-4CE1-A1BC-6BFB2D867869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4197C90-A94C-42C5-9E81-73420D8A747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65411AB-2474-4CE1-A1BC-6BFB2D867869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84197C90-A94C-42C5-9E81-73420D8A747B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65411AB-2474-4CE1-A1BC-6BFB2D867869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4197C90-A94C-42C5-9E81-73420D8A74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65411AB-2474-4CE1-A1BC-6BFB2D867869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4197C90-A94C-42C5-9E81-73420D8A74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C65411AB-2474-4CE1-A1BC-6BFB2D867869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84197C90-A94C-42C5-9E81-73420D8A747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 smtClean="0">
                <a:solidFill>
                  <a:srgbClr val="00B0F0"/>
                </a:solidFill>
                <a:latin typeface="Algerian" pitchFamily="82" charset="0"/>
              </a:rPr>
              <a:t>ADDERS AND  SUBTRACTORS</a:t>
            </a:r>
            <a:endParaRPr lang="en-US" sz="4000" dirty="0">
              <a:solidFill>
                <a:srgbClr val="00B0F0"/>
              </a:solidFill>
              <a:latin typeface="Algerian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412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i="0" dirty="0" smtClean="0">
                <a:solidFill>
                  <a:srgbClr val="555555"/>
                </a:solidFill>
                <a:effectLst/>
                <a:latin typeface="Open Sans"/>
              </a:rPr>
              <a:t>Combinational Circuits</a:t>
            </a:r>
            <a:r>
              <a:rPr lang="en-US" b="0" i="0" dirty="0" smtClean="0">
                <a:solidFill>
                  <a:srgbClr val="555555"/>
                </a:solidFill>
                <a:effectLst/>
                <a:latin typeface="Open Sans"/>
              </a:rPr>
              <a:t> (CC) are circuits made up of different types of logic gates.</a:t>
            </a:r>
          </a:p>
          <a:p>
            <a:r>
              <a:rPr lang="en-US" dirty="0"/>
              <a:t>he output of combinational circuit at any instant of time, depends only on the levels present at input terminals.</a:t>
            </a:r>
          </a:p>
          <a:p>
            <a:r>
              <a:rPr lang="en-US" dirty="0"/>
              <a:t>The combinational circuit do not use any memory. The previous state of input does not have any effect on the present state of the circuit.</a:t>
            </a:r>
          </a:p>
          <a:p>
            <a:r>
              <a:rPr lang="en-US" dirty="0"/>
              <a:t>A combinational circuit can have an n number of inputs and m number of outputs.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 smtClean="0">
                <a:solidFill>
                  <a:srgbClr val="555555"/>
                </a:solidFill>
                <a:effectLst/>
                <a:latin typeface="Open Sans"/>
              </a:rPr>
              <a:t>Combinational Circuits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683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562" y="2132856"/>
            <a:ext cx="6238875" cy="302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578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Half adder is a combinational logic circuit with two inputs and two outputs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The half adder circuit is designed to add two single bit binary number A and B.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is the basic building block for addition of two </a:t>
            </a:r>
            <a:r>
              <a:rPr lang="en-US" b="1" dirty="0"/>
              <a:t>single</a:t>
            </a:r>
            <a:r>
              <a:rPr lang="en-US" dirty="0"/>
              <a:t> bit numbers.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circuit has two outputs </a:t>
            </a:r>
            <a:r>
              <a:rPr lang="en-US" b="1" dirty="0"/>
              <a:t>carry</a:t>
            </a:r>
            <a:r>
              <a:rPr lang="en-US" dirty="0"/>
              <a:t> and </a:t>
            </a:r>
            <a:r>
              <a:rPr lang="en-US" b="1" dirty="0"/>
              <a:t>sum</a:t>
            </a:r>
            <a:r>
              <a:rPr lang="en-US" dirty="0"/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HALF ADDER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585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916832"/>
            <a:ext cx="5822776" cy="316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62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0768"/>
            <a:ext cx="7200800" cy="34922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946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CIRCUIT DIAGRAM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772816"/>
            <a:ext cx="4133056" cy="3057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54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Full adder is developed to overcome the drawback of Half Adder circuit.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can add two one-bit numbers A and B, and carry c.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full adder is a three input and two output combinational circuit.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Full Adder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844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060848"/>
            <a:ext cx="5958830" cy="3240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870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628800"/>
            <a:ext cx="6294065" cy="3872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449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937" y="2291556"/>
            <a:ext cx="6334125" cy="290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7876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Half </a:t>
            </a:r>
            <a:r>
              <a:rPr lang="en-US" dirty="0" err="1"/>
              <a:t>subtractor</a:t>
            </a:r>
            <a:r>
              <a:rPr lang="en-US" dirty="0"/>
              <a:t> is a combination circuit with two inputs and two outputs (difference and borrow).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produces the difference between the two binary bits at the input and also produces an output (Borrow) to indicate if a 1 has been borrowed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In the subtraction (A-B), A is called as Minuend bit and B is called as Subtrahend bit.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Half </a:t>
            </a:r>
            <a:r>
              <a:rPr lang="en-US" dirty="0" err="1"/>
              <a:t>Subtractors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11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2587" y="1628800"/>
            <a:ext cx="5838825" cy="3405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885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772816"/>
            <a:ext cx="6378649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9890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3" y="1844824"/>
            <a:ext cx="4557290" cy="2947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75147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disadvantage of a half </a:t>
            </a:r>
            <a:r>
              <a:rPr lang="en-US" dirty="0" err="1"/>
              <a:t>subtractor</a:t>
            </a:r>
            <a:r>
              <a:rPr lang="en-US" dirty="0"/>
              <a:t> is overcome by full </a:t>
            </a:r>
            <a:r>
              <a:rPr lang="en-US" dirty="0" err="1"/>
              <a:t>subtractor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full </a:t>
            </a:r>
            <a:r>
              <a:rPr lang="en-US" dirty="0" err="1"/>
              <a:t>subtractor</a:t>
            </a:r>
            <a:r>
              <a:rPr lang="en-US" dirty="0"/>
              <a:t> is a combinational circuit with three inputs A,B,C and two output D and C</a:t>
            </a:r>
            <a:r>
              <a:rPr lang="en-US" dirty="0" smtClean="0"/>
              <a:t>'.</a:t>
            </a:r>
          </a:p>
          <a:p>
            <a:r>
              <a:rPr lang="en-US" dirty="0" smtClean="0"/>
              <a:t> </a:t>
            </a:r>
            <a:r>
              <a:rPr lang="en-US" dirty="0"/>
              <a:t>A is the 'minuend', B is 'subtrahend', C is the 'borrow' produced by the previous stage, D is the difference output and C' is the borrow output.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Full </a:t>
            </a:r>
            <a:r>
              <a:rPr lang="en-US" dirty="0" err="1"/>
              <a:t>Subtractors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665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66850" y="2605881"/>
            <a:ext cx="6210300" cy="227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8644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556792"/>
            <a:ext cx="6385123" cy="3958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4014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187" y="2386806"/>
            <a:ext cx="6905625" cy="271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050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b="1" dirty="0" smtClean="0">
              <a:latin typeface="Algerian" pitchFamily="82" charset="0"/>
            </a:endParaRPr>
          </a:p>
          <a:p>
            <a:pPr marL="0" indent="0">
              <a:buNone/>
            </a:pPr>
            <a:r>
              <a:rPr lang="en-IN" b="1" dirty="0">
                <a:latin typeface="Algerian" pitchFamily="82" charset="0"/>
              </a:rPr>
              <a:t> </a:t>
            </a:r>
            <a:r>
              <a:rPr lang="en-IN" b="1" dirty="0" smtClean="0">
                <a:latin typeface="Algerian" pitchFamily="82" charset="0"/>
              </a:rPr>
              <a:t>                  THANK YOU</a:t>
            </a:r>
            <a:endParaRPr lang="en-US" b="1" dirty="0">
              <a:latin typeface="Algerian" pitchFamily="8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317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24</TotalTime>
  <Words>233</Words>
  <Application>Microsoft Office PowerPoint</Application>
  <PresentationFormat>On-screen Show (4:3)</PresentationFormat>
  <Paragraphs>26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Concourse</vt:lpstr>
      <vt:lpstr>ADDERS AND  SUBTRACTORS</vt:lpstr>
      <vt:lpstr>Combinational Circuits</vt:lpstr>
      <vt:lpstr>PowerPoint Presentation</vt:lpstr>
      <vt:lpstr>HALF ADDER</vt:lpstr>
      <vt:lpstr>PowerPoint Presentation</vt:lpstr>
      <vt:lpstr>PowerPoint Presentation</vt:lpstr>
      <vt:lpstr>CIRCUIT DIAGRAM</vt:lpstr>
      <vt:lpstr>Full Adder </vt:lpstr>
      <vt:lpstr>PowerPoint Presentation</vt:lpstr>
      <vt:lpstr>PowerPoint Presentation</vt:lpstr>
      <vt:lpstr>PowerPoint Presentation</vt:lpstr>
      <vt:lpstr>Half Subtractors </vt:lpstr>
      <vt:lpstr>PowerPoint Presentation</vt:lpstr>
      <vt:lpstr>PowerPoint Presentation</vt:lpstr>
      <vt:lpstr>PowerPoint Presentation</vt:lpstr>
      <vt:lpstr>Full Subtractors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HALF ADDER AND HALF SUBTRACTOR</dc:title>
  <dc:creator>fahmida</dc:creator>
  <cp:lastModifiedBy>fahmida</cp:lastModifiedBy>
  <cp:revision>12</cp:revision>
  <dcterms:created xsi:type="dcterms:W3CDTF">2020-09-11T01:18:45Z</dcterms:created>
  <dcterms:modified xsi:type="dcterms:W3CDTF">2020-09-11T05:18:23Z</dcterms:modified>
</cp:coreProperties>
</file>