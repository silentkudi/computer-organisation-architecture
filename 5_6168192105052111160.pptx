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ECC51CB-F7F8-4AB4-95EC-BEB21C4FB588}" type="datetimeFigureOut">
              <a:rPr lang="en-US" smtClean="0"/>
              <a:t>10/4/2020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C43E208-D308-4191-B69B-71061FE1A22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00B0F0"/>
                </a:solidFill>
                <a:latin typeface="Algerian" pitchFamily="82" charset="0"/>
              </a:rPr>
              <a:t>MULTIPLEXER AND</a:t>
            </a:r>
            <a:br>
              <a:rPr lang="en-IN" dirty="0" smtClean="0">
                <a:solidFill>
                  <a:srgbClr val="00B0F0"/>
                </a:solidFill>
                <a:latin typeface="Algerian" pitchFamily="82" charset="0"/>
              </a:rPr>
            </a:br>
            <a:r>
              <a:rPr lang="en-IN" dirty="0" smtClean="0">
                <a:solidFill>
                  <a:srgbClr val="00B0F0"/>
                </a:solidFill>
                <a:latin typeface="Algerian" pitchFamily="82" charset="0"/>
              </a:rPr>
              <a:t> DE-MULTIPLEXER</a:t>
            </a:r>
            <a:endParaRPr lang="en-US" dirty="0">
              <a:solidFill>
                <a:srgbClr val="00B0F0"/>
              </a:solidFill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1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Multiplexer (MUX) can be described as a combinational circuit that receives binary information from one of the 2^n input data lines and directs it to a single output line.</a:t>
            </a:r>
          </a:p>
          <a:p>
            <a:r>
              <a:rPr lang="en-US" dirty="0"/>
              <a:t>The selection of a particular input data line for the output is decided on the basis of selection lines.</a:t>
            </a:r>
          </a:p>
          <a:p>
            <a:r>
              <a:rPr lang="en-US" dirty="0"/>
              <a:t>The multiplexer is often called as data selector since it selects only one of many data inputs.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Multiplexers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75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229600" cy="4525963"/>
          </a:xfrm>
        </p:spPr>
        <p:txBody>
          <a:bodyPr/>
          <a:lstStyle/>
          <a:p>
            <a:r>
              <a:rPr lang="en-US" dirty="0"/>
              <a:t>The following image shows the block diagram of a 4 * 1 Multiplexer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404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164" y="2132856"/>
            <a:ext cx="3933825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544" y="5297688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Out of these four input data lines, a particular input data line will be connected to the output based on the combination of inputs present at these two selection lines.</a:t>
            </a:r>
          </a:p>
        </p:txBody>
      </p:sp>
    </p:spTree>
    <p:extLst>
      <p:ext uri="{BB962C8B-B14F-4D97-AF65-F5344CB8AC3E}">
        <p14:creationId xmlns:p14="http://schemas.microsoft.com/office/powerpoint/2010/main" val="325414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88840"/>
            <a:ext cx="8229600" cy="3653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6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From the function table, we can write the Boolean function for the output (y) as: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verdana"/>
              </a:rPr>
              <a:t>y = S1'S0'I0 + S1' S0'I1 + S1S0'I2 + S1S0I3</a:t>
            </a:r>
            <a:endParaRPr lang="en-US" b="0" i="0" dirty="0">
              <a:solidFill>
                <a:srgbClr val="000000"/>
              </a:solidFill>
              <a:effectLst/>
              <a:latin typeface="verdan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2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173316"/>
          </a:xfrm>
        </p:spPr>
        <p:txBody>
          <a:bodyPr/>
          <a:lstStyle/>
          <a:p>
            <a:r>
              <a:rPr lang="en-US" dirty="0"/>
              <a:t>The above equation for output 'y' can be implemented using inverters, three-input AND gates and an OR gate.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404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92896"/>
            <a:ext cx="7488832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973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De-multiplexer (De-Mux) can be described as a combinational circuit that performs the reverse operation of a Multiplexer.</a:t>
            </a:r>
          </a:p>
          <a:p>
            <a:r>
              <a:rPr lang="en-US" dirty="0"/>
              <a:t>A De-multiplexer has a single input, 'n' selection lines and a maximum of 2^n outputs.</a:t>
            </a:r>
          </a:p>
          <a:p>
            <a:r>
              <a:rPr lang="en-US" dirty="0"/>
              <a:t>The following image shows the block diagram of a 1 * 4 De-multiplexer.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De-Multiplexers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977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510631"/>
            <a:ext cx="4806652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2776"/>
            <a:ext cx="822960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9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above function table, we can write the Boolean function for each output as:</a:t>
            </a:r>
          </a:p>
          <a:p>
            <a:r>
              <a:rPr lang="en-US" dirty="0"/>
              <a:t>y3 = S1S0 I, y2 = S1S0' I, y1 = S1' S0 I, y0 = S1'S0' I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4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/>
          </a:bodyPr>
          <a:lstStyle/>
          <a:p>
            <a:r>
              <a:rPr lang="en-US" sz="2400" b="0" i="0" dirty="0" smtClean="0">
                <a:solidFill>
                  <a:srgbClr val="000000"/>
                </a:solidFill>
                <a:effectLst/>
                <a:latin typeface="verdana"/>
              </a:rPr>
              <a:t>The above equations can be implemented using inverters and three-input AND gates.</a:t>
            </a: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720080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66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b="1" dirty="0" smtClean="0">
              <a:latin typeface="Algerian" pitchFamily="82" charset="0"/>
            </a:endParaRPr>
          </a:p>
          <a:p>
            <a:pPr marL="0" indent="0">
              <a:buNone/>
            </a:pPr>
            <a:endParaRPr lang="en-IN" b="1" dirty="0">
              <a:latin typeface="Algerian" pitchFamily="82" charset="0"/>
            </a:endParaRPr>
          </a:p>
          <a:p>
            <a:pPr marL="0" indent="0">
              <a:buNone/>
            </a:pPr>
            <a:r>
              <a:rPr lang="en-IN" b="1" dirty="0" smtClean="0">
                <a:latin typeface="Algerian" pitchFamily="82" charset="0"/>
              </a:rPr>
              <a:t>               THANK YOU</a:t>
            </a:r>
            <a:endParaRPr lang="en-US" b="1" dirty="0">
              <a:latin typeface="Algerian" pitchFamily="8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08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</TotalTime>
  <Words>281</Words>
  <Application>Microsoft Office PowerPoint</Application>
  <PresentationFormat>On-screen Show (4:3)</PresentationFormat>
  <Paragraphs>20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MULTIPLEXER AND  DE-MULTIPLEXER</vt:lpstr>
      <vt:lpstr>Multiplexers </vt:lpstr>
      <vt:lpstr>PowerPoint Presentation</vt:lpstr>
      <vt:lpstr>PowerPoint Presentation</vt:lpstr>
      <vt:lpstr>PowerPoint Presentation</vt:lpstr>
      <vt:lpstr>PowerPoint Presentation</vt:lpstr>
      <vt:lpstr>De-Multiplexers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MULTIPLEXER AND  DE-MULTIPLEXER</dc:title>
  <dc:creator>fahmida</dc:creator>
  <cp:lastModifiedBy>fahmida</cp:lastModifiedBy>
  <cp:revision>6</cp:revision>
  <dcterms:created xsi:type="dcterms:W3CDTF">2020-10-04T17:12:35Z</dcterms:created>
  <dcterms:modified xsi:type="dcterms:W3CDTF">2020-10-04T17:22:40Z</dcterms:modified>
</cp:coreProperties>
</file>