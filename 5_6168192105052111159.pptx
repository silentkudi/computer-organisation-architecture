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2D4F3CC-9BDC-450A-B00D-812064B88979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3811F37-2AEC-455D-8901-2A74B7B1F0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4u.com/seven-segment-display/" TargetMode="External"/><Relationship Id="rId2" Type="http://schemas.openxmlformats.org/officeDocument/2006/relationships/hyperlink" Target="https://www.electrical4u.com/bcd-or-binary-coded-decimal-bcd-conversion-addition-subtract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electrical4u.com/led-or-light-emitting-diode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dirty="0" smtClean="0">
                <a:solidFill>
                  <a:srgbClr val="0070C0"/>
                </a:solidFill>
                <a:latin typeface="Algerian" pitchFamily="82" charset="0"/>
              </a:rPr>
              <a:t>BCD TO 7 SEGMENT DECODER</a:t>
            </a:r>
            <a:endParaRPr lang="en-US" sz="3600" dirty="0">
              <a:solidFill>
                <a:srgbClr val="0070C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52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/>
          </a:bodyPr>
          <a:lstStyle/>
          <a:p>
            <a:r>
              <a:rPr lang="en-US" sz="2800" dirty="0"/>
              <a:t>BCD (</a:t>
            </a:r>
            <a:r>
              <a:rPr lang="en-US" sz="2800" dirty="0">
                <a:hlinkClick r:id="rId2"/>
              </a:rPr>
              <a:t>Binary Coded Decimal</a:t>
            </a:r>
            <a:r>
              <a:rPr lang="en-US" sz="2800" dirty="0"/>
              <a:t>) is an encoding scheme which represents each of the decimal numbers by its equivalent 4-bit binary pattern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dirty="0">
                <a:hlinkClick r:id="rId3"/>
              </a:rPr>
              <a:t>Seven segment displays</a:t>
            </a:r>
            <a:r>
              <a:rPr lang="en-US" sz="2800" dirty="0"/>
              <a:t> comprise of seven individual segments formed by either </a:t>
            </a:r>
            <a:r>
              <a:rPr lang="en-US" sz="2800" dirty="0">
                <a:hlinkClick r:id="rId4"/>
              </a:rPr>
              <a:t>Light Emitting Diodes</a:t>
            </a:r>
            <a:r>
              <a:rPr lang="en-US" sz="2800" dirty="0"/>
              <a:t> (LEDs) or Liquid Crystal Displays (LCDs) arranged in a definite pattern 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717032"/>
            <a:ext cx="4608512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4697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BCD to seven segment decoder</a:t>
            </a:r>
            <a:r>
              <a:rPr lang="en-US" dirty="0"/>
              <a:t> is a circuit used to convert the input BCD into a form suitable for the display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has four input lines (A, B, C and D) and 7 output lines (a, b, c, d, e, f and g) as shown in Figure </a:t>
            </a:r>
            <a:r>
              <a:rPr lang="en-US" dirty="0" smtClean="0"/>
              <a:t>. </a:t>
            </a:r>
            <a:r>
              <a:rPr lang="en-US" dirty="0"/>
              <a:t>Considering common cathode type of </a:t>
            </a:r>
            <a:r>
              <a:rPr lang="en-US" dirty="0" smtClean="0"/>
              <a:t>arrangement.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8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1700808"/>
            <a:ext cx="7067550" cy="388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2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24744"/>
            <a:ext cx="5644281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 fontScale="90000"/>
          </a:bodyPr>
          <a:lstStyle/>
          <a:p>
            <a:pPr algn="l"/>
            <a:r>
              <a:rPr lang="en-US" sz="3100" dirty="0" smtClean="0"/>
              <a:t> </a:t>
            </a:r>
            <a:r>
              <a:rPr lang="en-US" sz="2700" dirty="0"/>
              <a:t>Truth table for common cathode type </a:t>
            </a:r>
            <a:r>
              <a:rPr lang="en-US" sz="2700" b="1" dirty="0"/>
              <a:t>BCD to seven segment decoder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400785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table indicates the segments which are to be driven high to obtain certain decimal digit at the output of the seven segment display.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it is to be noted that in the case of common anode type, the only change will be to interchange ones and zeros on the table.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means that from the truth </a:t>
            </a:r>
            <a:r>
              <a:rPr lang="en-US" dirty="0" smtClean="0"/>
              <a:t>table</a:t>
            </a:r>
            <a:r>
              <a:rPr lang="en-US" dirty="0"/>
              <a:t> </a:t>
            </a:r>
            <a:r>
              <a:rPr lang="en-US" dirty="0" smtClean="0"/>
              <a:t>so </a:t>
            </a:r>
            <a:r>
              <a:rPr lang="en-US" dirty="0"/>
              <a:t>obtained one can get to know where low has to be driven so as to obtain the required digit at the output.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63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844824"/>
            <a:ext cx="604867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4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>
              <a:latin typeface="Algerian" pitchFamily="82" charset="0"/>
            </a:endParaRPr>
          </a:p>
          <a:p>
            <a:pPr marL="0" indent="0">
              <a:buNone/>
            </a:pPr>
            <a:r>
              <a:rPr lang="en-IN" b="1" dirty="0" smtClean="0">
                <a:solidFill>
                  <a:srgbClr val="FF0000"/>
                </a:solidFill>
                <a:latin typeface="Algerian" pitchFamily="82" charset="0"/>
              </a:rPr>
              <a:t>                  Thank you</a:t>
            </a:r>
            <a:endParaRPr lang="en-US" b="1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86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</TotalTime>
  <Words>229</Words>
  <Application>Microsoft Office PowerPoint</Application>
  <PresentationFormat>On-screen Show (4:3)</PresentationFormat>
  <Paragraphs>11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Concourse</vt:lpstr>
      <vt:lpstr>BCD TO 7 SEGMENT DECODER</vt:lpstr>
      <vt:lpstr>PowerPoint Presentation</vt:lpstr>
      <vt:lpstr>PowerPoint Presentation</vt:lpstr>
      <vt:lpstr>PowerPoint Presentation</vt:lpstr>
      <vt:lpstr> Truth table for common cathode type BCD to seven segment decoder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BCD TO 7 SEGMENT DECODER</dc:title>
  <dc:creator>fahmida</dc:creator>
  <cp:lastModifiedBy>fahmida</cp:lastModifiedBy>
  <cp:revision>7</cp:revision>
  <dcterms:created xsi:type="dcterms:W3CDTF">2020-09-29T14:32:19Z</dcterms:created>
  <dcterms:modified xsi:type="dcterms:W3CDTF">2020-09-29T16:28:36Z</dcterms:modified>
</cp:coreProperties>
</file>