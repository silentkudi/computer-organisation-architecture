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4" r:id="rId6"/>
    <p:sldId id="260" r:id="rId7"/>
    <p:sldId id="261" r:id="rId8"/>
    <p:sldId id="262" r:id="rId9"/>
    <p:sldId id="263" r:id="rId10"/>
    <p:sldId id="266" r:id="rId11"/>
    <p:sldId id="265" r:id="rId12"/>
    <p:sldId id="267" r:id="rId13"/>
    <p:sldId id="268" r:id="rId14"/>
    <p:sldId id="269" r:id="rId15"/>
    <p:sldId id="270" r:id="rId16"/>
    <p:sldId id="271" r:id="rId17"/>
    <p:sldId id="272"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1EDF8DE-A986-4DAF-ABCA-4358F012540F}" type="datetimeFigureOut">
              <a:rPr lang="en-US" smtClean="0"/>
              <a:t>9/8/2020</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3A5606DF-A452-4172-95E6-CEEA717730C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1EDF8DE-A986-4DAF-ABCA-4358F012540F}" type="datetimeFigureOut">
              <a:rPr lang="en-US" smtClean="0"/>
              <a:t>9/8/2020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3A5606DF-A452-4172-95E6-CEEA717730C8}"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1EDF8DE-A986-4DAF-ABCA-4358F012540F}" type="datetimeFigureOut">
              <a:rPr lang="en-US" smtClean="0"/>
              <a:t>9/8/2020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3A5606DF-A452-4172-95E6-CEEA717730C8}"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1EDF8DE-A986-4DAF-ABCA-4358F012540F}" type="datetimeFigureOut">
              <a:rPr lang="en-US" smtClean="0"/>
              <a:t>9/8/2020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3A5606DF-A452-4172-95E6-CEEA717730C8}"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1EDF8DE-A986-4DAF-ABCA-4358F012540F}" type="datetimeFigureOut">
              <a:rPr lang="en-US" smtClean="0"/>
              <a:t>9/8/2020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3A5606DF-A452-4172-95E6-CEEA717730C8}"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1EDF8DE-A986-4DAF-ABCA-4358F012540F}" type="datetimeFigureOut">
              <a:rPr lang="en-US" smtClean="0"/>
              <a:t>9/8/2020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3A5606DF-A452-4172-95E6-CEEA717730C8}"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1EDF8DE-A986-4DAF-ABCA-4358F012540F}" type="datetimeFigureOut">
              <a:rPr lang="en-US" smtClean="0"/>
              <a:t>9/8/2020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3A5606DF-A452-4172-95E6-CEEA717730C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11EDF8DE-A986-4DAF-ABCA-4358F012540F}" type="datetimeFigureOut">
              <a:rPr lang="en-US" smtClean="0"/>
              <a:t>9/8/2020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3A5606DF-A452-4172-95E6-CEEA717730C8}"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1EDF8DE-A986-4DAF-ABCA-4358F012540F}" type="datetimeFigureOut">
              <a:rPr lang="en-US" smtClean="0"/>
              <a:t>9/8/2020</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3A5606DF-A452-4172-95E6-CEEA717730C8}"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1EDF8DE-A986-4DAF-ABCA-4358F012540F}" type="datetimeFigureOut">
              <a:rPr lang="en-US" smtClean="0"/>
              <a:t>9/8/2020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3A5606DF-A452-4172-95E6-CEEA717730C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1EDF8DE-A986-4DAF-ABCA-4358F012540F}" type="datetimeFigureOut">
              <a:rPr lang="en-US" smtClean="0"/>
              <a:t>9/8/2020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3A5606DF-A452-4172-95E6-CEEA717730C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1EDF8DE-A986-4DAF-ABCA-4358F012540F}" type="datetimeFigureOut">
              <a:rPr lang="en-US" smtClean="0"/>
              <a:t>9/8/2020</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3A5606DF-A452-4172-95E6-CEEA717730C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LOGIC GATES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13740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Logic gates are the basic building blocks of any digital system</a:t>
            </a:r>
            <a:r>
              <a:rPr lang="en-US" dirty="0" smtClean="0"/>
              <a:t>.</a:t>
            </a:r>
          </a:p>
          <a:p>
            <a:r>
              <a:rPr lang="en-US" dirty="0" smtClean="0"/>
              <a:t> </a:t>
            </a:r>
            <a:r>
              <a:rPr lang="en-US" dirty="0"/>
              <a:t>A logic gate is an idealized or physical electronic device implementing a Boolean function, a logical operation performed on one or more binary inputs that produces a single binary output</a:t>
            </a:r>
            <a:r>
              <a:rPr lang="en-US" dirty="0" smtClean="0"/>
              <a:t>.</a:t>
            </a:r>
          </a:p>
          <a:p>
            <a:r>
              <a:rPr lang="en-US" dirty="0" smtClean="0"/>
              <a:t> </a:t>
            </a:r>
            <a:r>
              <a:rPr lang="en-US" dirty="0"/>
              <a:t>Based on this, logic gates are named as AND gate, OR gate, NOT gate etc.</a:t>
            </a:r>
          </a:p>
        </p:txBody>
      </p:sp>
      <p:sp>
        <p:nvSpPr>
          <p:cNvPr id="2" name="Title 1"/>
          <p:cNvSpPr>
            <a:spLocks noGrp="1"/>
          </p:cNvSpPr>
          <p:nvPr>
            <p:ph type="title"/>
          </p:nvPr>
        </p:nvSpPr>
        <p:spPr/>
        <p:txBody>
          <a:bodyPr/>
          <a:lstStyle/>
          <a:p>
            <a:r>
              <a:rPr lang="en-IN" dirty="0" smtClean="0"/>
              <a:t>Logic Gates</a:t>
            </a:r>
            <a:endParaRPr lang="en-US" dirty="0"/>
          </a:p>
        </p:txBody>
      </p:sp>
    </p:spTree>
    <p:extLst>
      <p:ext uri="{BB962C8B-B14F-4D97-AF65-F5344CB8AC3E}">
        <p14:creationId xmlns:p14="http://schemas.microsoft.com/office/powerpoint/2010/main" val="4259816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Standard commercially available digital logic gates are available in two basic families or forms, </a:t>
            </a:r>
            <a:endParaRPr lang="en-US" dirty="0" smtClean="0"/>
          </a:p>
          <a:p>
            <a:pPr marL="914400" lvl="1" indent="-514350">
              <a:buFont typeface="+mj-lt"/>
              <a:buAutoNum type="arabicPeriod"/>
            </a:pPr>
            <a:r>
              <a:rPr lang="en-US" b="1" dirty="0" smtClean="0"/>
              <a:t>TTL</a:t>
            </a:r>
            <a:r>
              <a:rPr lang="en-US" dirty="0"/>
              <a:t> which stands for </a:t>
            </a:r>
            <a:r>
              <a:rPr lang="en-US" i="1" dirty="0"/>
              <a:t>Transistor-Transistor Logic</a:t>
            </a:r>
            <a:r>
              <a:rPr lang="en-US" dirty="0"/>
              <a:t> </a:t>
            </a:r>
            <a:endParaRPr lang="en-US" dirty="0" smtClean="0"/>
          </a:p>
          <a:p>
            <a:pPr marL="914400" lvl="1" indent="-514350">
              <a:buFont typeface="+mj-lt"/>
              <a:buAutoNum type="arabicPeriod"/>
            </a:pPr>
            <a:endParaRPr lang="en-US" dirty="0" smtClean="0"/>
          </a:p>
          <a:p>
            <a:pPr marL="914400" lvl="1" indent="-514350">
              <a:buFont typeface="+mj-lt"/>
              <a:buAutoNum type="arabicPeriod"/>
            </a:pPr>
            <a:r>
              <a:rPr lang="en-US" dirty="0"/>
              <a:t> </a:t>
            </a:r>
            <a:r>
              <a:rPr lang="en-US" b="1" dirty="0"/>
              <a:t>CMOS</a:t>
            </a:r>
            <a:r>
              <a:rPr lang="en-US" dirty="0"/>
              <a:t> which stands for </a:t>
            </a:r>
            <a:r>
              <a:rPr lang="en-US" i="1" dirty="0"/>
              <a:t>Complementary Metal-Oxide-Silicon</a:t>
            </a:r>
            <a:r>
              <a:rPr lang="en-US" dirty="0"/>
              <a:t> </a:t>
            </a:r>
            <a:endParaRPr lang="en-US" dirty="0" smtClean="0"/>
          </a:p>
          <a:p>
            <a:r>
              <a:rPr lang="en-US" dirty="0" smtClean="0"/>
              <a:t>This </a:t>
            </a:r>
            <a:r>
              <a:rPr lang="en-US" dirty="0"/>
              <a:t>notation of TTL or CMOS refers to the logic technology used to manufacture the integrated circuit, (IC) or a “chip” as it is more commonly called.</a:t>
            </a: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2046094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i="1" dirty="0"/>
              <a:t>Integrated Circuits</a:t>
            </a:r>
            <a:r>
              <a:rPr lang="en-US" dirty="0"/>
              <a:t> or IC’s as they are more commonly called, can be grouped together into families according to the number of transistors or “gates” that they contain. </a:t>
            </a:r>
            <a:endParaRPr lang="en-US" dirty="0" smtClean="0"/>
          </a:p>
          <a:p>
            <a:endParaRPr lang="en-US" dirty="0"/>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298545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12776"/>
            <a:ext cx="8229600" cy="5688632"/>
          </a:xfrm>
        </p:spPr>
        <p:txBody>
          <a:bodyPr>
            <a:normAutofit fontScale="85000" lnSpcReduction="10000"/>
          </a:bodyPr>
          <a:lstStyle/>
          <a:p>
            <a:r>
              <a:rPr lang="en-US" sz="3000" b="1" dirty="0" smtClean="0"/>
              <a:t>Small </a:t>
            </a:r>
            <a:r>
              <a:rPr lang="en-US" sz="3000" b="1" dirty="0"/>
              <a:t>Scale Integration or (SSI)</a:t>
            </a:r>
            <a:r>
              <a:rPr lang="en-US" sz="3000" dirty="0"/>
              <a:t> – Contain up to 10 transistors or a few gates within a single package such as AND, OR, NOT gates</a:t>
            </a:r>
            <a:r>
              <a:rPr lang="en-US" sz="3000" dirty="0" smtClean="0"/>
              <a:t>.</a:t>
            </a:r>
          </a:p>
          <a:p>
            <a:endParaRPr lang="en-US" sz="3000" dirty="0"/>
          </a:p>
          <a:p>
            <a:r>
              <a:rPr lang="en-US" sz="3000" b="1" dirty="0"/>
              <a:t>Medium Scale Integration or (MSI) </a:t>
            </a:r>
            <a:r>
              <a:rPr lang="en-US" sz="3000" dirty="0"/>
              <a:t>– between 10 and 100 transistors or tens of gates within a single package and perform digital operations such as adders, decoders, counters, flip-flops and multiplexers</a:t>
            </a:r>
            <a:r>
              <a:rPr lang="en-US" sz="3000" dirty="0" smtClean="0"/>
              <a:t>.</a:t>
            </a:r>
          </a:p>
          <a:p>
            <a:endParaRPr lang="en-US" sz="3000" dirty="0"/>
          </a:p>
          <a:p>
            <a:r>
              <a:rPr lang="en-US" sz="3000" b="1" dirty="0"/>
              <a:t>Large Scale Integration or (LSI)</a:t>
            </a:r>
            <a:r>
              <a:rPr lang="en-US" sz="3000" dirty="0"/>
              <a:t> – between 100 and 1,000 transistors or hundreds of gates and perform specific digital operations such as I/O chips, memory, arithmetic and logic units</a:t>
            </a:r>
            <a:r>
              <a:rPr lang="en-US" sz="3000" dirty="0" smtClean="0"/>
              <a:t>.</a:t>
            </a:r>
          </a:p>
          <a:p>
            <a:endParaRPr lang="en-US" dirty="0"/>
          </a:p>
          <a:p>
            <a:endParaRPr lang="en-US" dirty="0"/>
          </a:p>
        </p:txBody>
      </p:sp>
      <p:sp>
        <p:nvSpPr>
          <p:cNvPr id="2" name="Title 1"/>
          <p:cNvSpPr>
            <a:spLocks noGrp="1"/>
          </p:cNvSpPr>
          <p:nvPr>
            <p:ph type="title"/>
          </p:nvPr>
        </p:nvSpPr>
        <p:spPr/>
        <p:txBody>
          <a:bodyPr>
            <a:normAutofit fontScale="90000"/>
          </a:bodyPr>
          <a:lstStyle/>
          <a:p>
            <a:r>
              <a:rPr lang="en-US" b="1" dirty="0" smtClean="0"/>
              <a:t>Classification of Integrated Circuits</a:t>
            </a:r>
            <a:br>
              <a:rPr lang="en-US" b="1" dirty="0" smtClean="0"/>
            </a:br>
            <a:endParaRPr lang="en-US" dirty="0"/>
          </a:p>
        </p:txBody>
      </p:sp>
    </p:spTree>
    <p:extLst>
      <p:ext uri="{BB962C8B-B14F-4D97-AF65-F5344CB8AC3E}">
        <p14:creationId xmlns:p14="http://schemas.microsoft.com/office/powerpoint/2010/main" val="3260877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08720"/>
            <a:ext cx="8229600" cy="5789240"/>
          </a:xfrm>
        </p:spPr>
        <p:txBody>
          <a:bodyPr>
            <a:normAutofit fontScale="92500" lnSpcReduction="10000"/>
          </a:bodyPr>
          <a:lstStyle/>
          <a:p>
            <a:r>
              <a:rPr lang="en-US" b="1" dirty="0" smtClean="0"/>
              <a:t>Very-Large Scale Integration or (VLSI) </a:t>
            </a:r>
            <a:r>
              <a:rPr lang="en-US" dirty="0" smtClean="0"/>
              <a:t>– between 1,000 and 10,000 transistors or thousands of gates and perform computational operations such as processors, large memory arrays and programmable logic devices.</a:t>
            </a:r>
          </a:p>
          <a:p>
            <a:endParaRPr lang="en-US" dirty="0" smtClean="0"/>
          </a:p>
          <a:p>
            <a:r>
              <a:rPr lang="en-US" b="1" dirty="0" smtClean="0"/>
              <a:t>Super-Large Scale Integration or (SLSI) </a:t>
            </a:r>
            <a:r>
              <a:rPr lang="en-US" dirty="0" smtClean="0"/>
              <a:t>– between 10,000 and 100,000 transistors within a single package and perform computational operations such as microprocessor chips, micro-controllers, basic PICs and calculators.</a:t>
            </a:r>
          </a:p>
          <a:p>
            <a:endParaRPr lang="en-US" dirty="0" smtClean="0"/>
          </a:p>
          <a:p>
            <a:r>
              <a:rPr lang="en-US" b="1" dirty="0" smtClean="0"/>
              <a:t>Ultra-Large Scale Integration or (ULSI)</a:t>
            </a:r>
            <a:r>
              <a:rPr lang="en-US" dirty="0" smtClean="0"/>
              <a:t> – more than 1 million transistors – the big boys that are used in computers CPUs, GPUs, video processors, micro-controllers, FPGAs and complex PICs.</a:t>
            </a:r>
          </a:p>
          <a:p>
            <a:endParaRPr lang="en-US" dirty="0"/>
          </a:p>
        </p:txBody>
      </p:sp>
      <p:sp>
        <p:nvSpPr>
          <p:cNvPr id="2" name="Title 1"/>
          <p:cNvSpPr>
            <a:spLocks noGrp="1"/>
          </p:cNvSpPr>
          <p:nvPr>
            <p:ph type="title"/>
          </p:nvPr>
        </p:nvSpPr>
        <p:spPr>
          <a:xfrm>
            <a:off x="457200" y="274638"/>
            <a:ext cx="8229600" cy="418058"/>
          </a:xfrm>
        </p:spPr>
        <p:txBody>
          <a:bodyPr>
            <a:normAutofit fontScale="90000"/>
          </a:bodyPr>
          <a:lstStyle/>
          <a:p>
            <a:endParaRPr lang="en-US" dirty="0"/>
          </a:p>
        </p:txBody>
      </p:sp>
    </p:spTree>
    <p:extLst>
      <p:ext uri="{BB962C8B-B14F-4D97-AF65-F5344CB8AC3E}">
        <p14:creationId xmlns:p14="http://schemas.microsoft.com/office/powerpoint/2010/main" val="719604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In digital logic design only two voltage levels or states are allowed and these states are generally referred to as Logic “1” and Logic “0”, or HIGH and LOW, or TRUE and FALSE</a:t>
            </a:r>
            <a:r>
              <a:rPr lang="en-US" dirty="0" smtClean="0"/>
              <a:t>.</a:t>
            </a:r>
          </a:p>
          <a:p>
            <a:r>
              <a:rPr lang="en-US" dirty="0" smtClean="0"/>
              <a:t> </a:t>
            </a:r>
            <a:r>
              <a:rPr lang="en-US" dirty="0"/>
              <a:t>These two states are represented in Boolean Algebra and standard truth tables by the binary digits of “</a:t>
            </a:r>
            <a:r>
              <a:rPr lang="en-US" b="1" dirty="0"/>
              <a:t>1</a:t>
            </a:r>
            <a:r>
              <a:rPr lang="en-US" dirty="0"/>
              <a:t>” and “</a:t>
            </a:r>
            <a:r>
              <a:rPr lang="en-US" b="1" dirty="0"/>
              <a:t>0</a:t>
            </a:r>
            <a:r>
              <a:rPr lang="en-US" dirty="0"/>
              <a:t>” respectively.</a:t>
            </a:r>
          </a:p>
        </p:txBody>
      </p:sp>
      <p:sp>
        <p:nvSpPr>
          <p:cNvPr id="2" name="Title 1"/>
          <p:cNvSpPr>
            <a:spLocks noGrp="1"/>
          </p:cNvSpPr>
          <p:nvPr>
            <p:ph type="title"/>
          </p:nvPr>
        </p:nvSpPr>
        <p:spPr/>
        <p:txBody>
          <a:bodyPr>
            <a:normAutofit fontScale="90000"/>
          </a:bodyPr>
          <a:lstStyle/>
          <a:p>
            <a:r>
              <a:rPr lang="en-US" b="1" dirty="0"/>
              <a:t>Digital Logic States</a:t>
            </a:r>
            <a:br>
              <a:rPr lang="en-US" b="1" dirty="0"/>
            </a:br>
            <a:endParaRPr lang="en-US" dirty="0"/>
          </a:p>
        </p:txBody>
      </p:sp>
    </p:spTree>
    <p:extLst>
      <p:ext uri="{BB962C8B-B14F-4D97-AF65-F5344CB8AC3E}">
        <p14:creationId xmlns:p14="http://schemas.microsoft.com/office/powerpoint/2010/main" val="1554734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87624" y="3639641"/>
            <a:ext cx="6048672" cy="2237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endParaRPr lang="en-US"/>
          </a:p>
        </p:txBody>
      </p:sp>
      <p:sp>
        <p:nvSpPr>
          <p:cNvPr id="4" name="TextBox 3"/>
          <p:cNvSpPr txBox="1"/>
          <p:nvPr/>
        </p:nvSpPr>
        <p:spPr>
          <a:xfrm>
            <a:off x="611560" y="1772816"/>
            <a:ext cx="7920880" cy="1077218"/>
          </a:xfrm>
          <a:prstGeom prst="rect">
            <a:avLst/>
          </a:prstGeom>
          <a:noFill/>
        </p:spPr>
        <p:txBody>
          <a:bodyPr wrap="square" rtlCol="0">
            <a:spAutoFit/>
          </a:bodyPr>
          <a:lstStyle/>
          <a:p>
            <a:r>
              <a:rPr lang="en-US" sz="3200" dirty="0"/>
              <a:t> Then we can </a:t>
            </a:r>
            <a:r>
              <a:rPr lang="en-US" sz="3200" dirty="0" err="1"/>
              <a:t>summarise</a:t>
            </a:r>
            <a:r>
              <a:rPr lang="en-US" sz="3200" dirty="0"/>
              <a:t> the relationship between these various digital states as being:</a:t>
            </a:r>
          </a:p>
        </p:txBody>
      </p:sp>
    </p:spTree>
    <p:extLst>
      <p:ext uri="{BB962C8B-B14F-4D97-AF65-F5344CB8AC3E}">
        <p14:creationId xmlns:p14="http://schemas.microsoft.com/office/powerpoint/2010/main" val="38421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Most </a:t>
            </a:r>
            <a:r>
              <a:rPr lang="en-US" i="1" dirty="0"/>
              <a:t>digital logic gates</a:t>
            </a:r>
            <a:r>
              <a:rPr lang="en-US" dirty="0"/>
              <a:t> and digital logic systems use “Positive </a:t>
            </a:r>
            <a:r>
              <a:rPr lang="en-US" dirty="0" smtClean="0"/>
              <a:t>logic”.</a:t>
            </a:r>
          </a:p>
          <a:p>
            <a:r>
              <a:rPr lang="en-US" dirty="0"/>
              <a:t>In positive logic representation Bit 1 represents Logic high and Bit 0 represent a Logic low as shown in fig 2 a and b. High is represented by +5 Volts and low is represented by -5 Volts or 0 Volts.</a:t>
            </a:r>
            <a:r>
              <a:rPr lang="en-US" dirty="0" smtClean="0"/>
              <a:t/>
            </a:r>
            <a:br>
              <a:rPr lang="en-US" dirty="0" smtClean="0"/>
            </a:br>
            <a:endParaRPr lang="en-US" dirty="0" smtClean="0"/>
          </a:p>
          <a:p>
            <a:endParaRPr lang="en-IN" dirty="0"/>
          </a:p>
        </p:txBody>
      </p:sp>
      <p:sp>
        <p:nvSpPr>
          <p:cNvPr id="2" name="Title 1"/>
          <p:cNvSpPr>
            <a:spLocks noGrp="1"/>
          </p:cNvSpPr>
          <p:nvPr>
            <p:ph type="title"/>
          </p:nvPr>
        </p:nvSpPr>
        <p:spPr/>
        <p:txBody>
          <a:bodyPr>
            <a:normAutofit fontScale="90000"/>
          </a:bodyPr>
          <a:lstStyle/>
          <a:p>
            <a:r>
              <a:rPr lang="en-IN" dirty="0" smtClean="0"/>
              <a:t>POSITIVE AND NEGATIVE LOGICS</a:t>
            </a:r>
            <a:endParaRPr lang="en-US" dirty="0"/>
          </a:p>
        </p:txBody>
      </p:sp>
    </p:spTree>
    <p:extLst>
      <p:ext uri="{BB962C8B-B14F-4D97-AF65-F5344CB8AC3E}">
        <p14:creationId xmlns:p14="http://schemas.microsoft.com/office/powerpoint/2010/main" val="2889972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5576" y="1748631"/>
            <a:ext cx="6264349" cy="422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1034567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5" y="1556792"/>
            <a:ext cx="8496944" cy="4525963"/>
          </a:xfrm>
        </p:spPr>
        <p:txBody>
          <a:bodyPr/>
          <a:lstStyle/>
          <a:p>
            <a:r>
              <a:rPr lang="en-US" dirty="0"/>
              <a:t>In Negative logic representation Bit 1 represents logic low and Bit 0 represents logic high </a:t>
            </a:r>
            <a:r>
              <a:rPr lang="en-US" dirty="0" smtClean="0"/>
              <a:t>. </a:t>
            </a:r>
          </a:p>
          <a:p>
            <a:r>
              <a:rPr lang="en-US" dirty="0" smtClean="0"/>
              <a:t>In </a:t>
            </a:r>
            <a:r>
              <a:rPr lang="en-US" dirty="0"/>
              <a:t>terms of voltage level, bit 1 can be represented as +5V and bit 0 can be represented as 0 V or -5 Volts</a:t>
            </a: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1305600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3649" y="1600200"/>
            <a:ext cx="603008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2722169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785937" y="1853406"/>
            <a:ext cx="5572125" cy="378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4028504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747837" y="1901031"/>
            <a:ext cx="5648325" cy="368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2933136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743075" y="1820069"/>
            <a:ext cx="5657850" cy="384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3095034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520" y="1196752"/>
            <a:ext cx="8136904" cy="4600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2911718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9552" y="1124745"/>
            <a:ext cx="7488831" cy="459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2467317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dirty="0"/>
              <a:t> </a:t>
            </a:r>
            <a:r>
              <a:rPr lang="en-IN" dirty="0" smtClean="0"/>
              <a:t>                         </a:t>
            </a:r>
          </a:p>
          <a:p>
            <a:pPr marL="0" indent="0">
              <a:buNone/>
            </a:pPr>
            <a:endParaRPr lang="en-IN" dirty="0">
              <a:latin typeface="Algerian" pitchFamily="82" charset="0"/>
            </a:endParaRPr>
          </a:p>
          <a:p>
            <a:pPr marL="0" indent="0">
              <a:buNone/>
            </a:pPr>
            <a:r>
              <a:rPr lang="en-IN" dirty="0" smtClean="0">
                <a:latin typeface="Algerian" pitchFamily="82" charset="0"/>
              </a:rPr>
              <a:t>                         THANK YOU</a:t>
            </a:r>
            <a:endParaRPr lang="en-US" dirty="0">
              <a:latin typeface="Algerian" pitchFamily="82" charset="0"/>
            </a:endParaRP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17873230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176</TotalTime>
  <Words>217</Words>
  <Application>Microsoft Office PowerPoint</Application>
  <PresentationFormat>On-screen Show (4:3)</PresentationFormat>
  <Paragraphs>34</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Concourse</vt:lpstr>
      <vt:lpstr>LOGIC GATES</vt:lpstr>
      <vt:lpstr>Logic Gates</vt:lpstr>
      <vt:lpstr>PowerPoint Presentation</vt:lpstr>
      <vt:lpstr>PowerPoint Presentation</vt:lpstr>
      <vt:lpstr>Classification of Integrated Circuits </vt:lpstr>
      <vt:lpstr>PowerPoint Presentation</vt:lpstr>
      <vt:lpstr>Digital Logic States </vt:lpstr>
      <vt:lpstr>PowerPoint Presentation</vt:lpstr>
      <vt:lpstr>POSITIVE AND NEGATIVE LOGICS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 GATES</dc:title>
  <dc:creator>fahmida</dc:creator>
  <cp:lastModifiedBy>fahmida</cp:lastModifiedBy>
  <cp:revision>16</cp:revision>
  <dcterms:created xsi:type="dcterms:W3CDTF">2020-09-08T01:15:39Z</dcterms:created>
  <dcterms:modified xsi:type="dcterms:W3CDTF">2020-09-08T04:12:03Z</dcterms:modified>
</cp:coreProperties>
</file>